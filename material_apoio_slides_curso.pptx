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41"/>
  </p:notesMasterIdLst>
  <p:handoutMasterIdLst>
    <p:handoutMasterId r:id="rId42"/>
  </p:handoutMasterIdLst>
  <p:sldIdLst>
    <p:sldId id="261" r:id="rId5"/>
    <p:sldId id="409" r:id="rId6"/>
    <p:sldId id="411" r:id="rId7"/>
    <p:sldId id="406" r:id="rId8"/>
    <p:sldId id="412" r:id="rId9"/>
    <p:sldId id="413" r:id="rId10"/>
    <p:sldId id="414" r:id="rId11"/>
    <p:sldId id="415" r:id="rId12"/>
    <p:sldId id="416" r:id="rId13"/>
    <p:sldId id="417" r:id="rId14"/>
    <p:sldId id="418" r:id="rId15"/>
    <p:sldId id="419" r:id="rId16"/>
    <p:sldId id="420" r:id="rId17"/>
    <p:sldId id="421" r:id="rId18"/>
    <p:sldId id="422" r:id="rId19"/>
    <p:sldId id="423" r:id="rId20"/>
    <p:sldId id="424" r:id="rId21"/>
    <p:sldId id="425" r:id="rId22"/>
    <p:sldId id="426" r:id="rId23"/>
    <p:sldId id="427" r:id="rId24"/>
    <p:sldId id="428" r:id="rId25"/>
    <p:sldId id="429" r:id="rId26"/>
    <p:sldId id="430" r:id="rId27"/>
    <p:sldId id="431" r:id="rId28"/>
    <p:sldId id="432" r:id="rId29"/>
    <p:sldId id="433" r:id="rId30"/>
    <p:sldId id="434" r:id="rId31"/>
    <p:sldId id="435" r:id="rId32"/>
    <p:sldId id="436" r:id="rId33"/>
    <p:sldId id="437" r:id="rId34"/>
    <p:sldId id="438" r:id="rId35"/>
    <p:sldId id="439" r:id="rId36"/>
    <p:sldId id="440" r:id="rId37"/>
    <p:sldId id="441" r:id="rId38"/>
    <p:sldId id="442" r:id="rId39"/>
    <p:sldId id="443" r:id="rId40"/>
  </p:sldIdLst>
  <p:sldSz cx="14630400" cy="8229600"/>
  <p:notesSz cx="6858000" cy="9144000"/>
  <p:embeddedFontLst>
    <p:embeddedFont>
      <p:font typeface="Chakra Petch" panose="020B0604020202020204" charset="-34"/>
      <p:regular r:id="rId43"/>
      <p:bold r:id="rId44"/>
      <p:italic r:id="rId45"/>
      <p:boldItalic r:id="rId46"/>
    </p:embeddedFont>
    <p:embeddedFont>
      <p:font typeface="Inter" panose="020B0604020202020204" charset="0"/>
      <p:regular r:id="rId47"/>
      <p:bold r:id="rId48"/>
    </p:embeddedFont>
    <p:embeddedFont>
      <p:font typeface="Inter Light" panose="020B0604020202020204" charset="0"/>
      <p:regular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517" userDrawn="1">
          <p15:clr>
            <a:srgbClr val="A4A3A4"/>
          </p15:clr>
        </p15:guide>
        <p15:guide id="3" orient="horz" pos="25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5860B4-4548-E7C4-249F-F4A25603C863}" name="Alysson Manso" initials="AM" userId="3d10f7468b2845c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DEFD"/>
    <a:srgbClr val="01080E"/>
    <a:srgbClr val="167386"/>
    <a:srgbClr val="0A4655"/>
    <a:srgbClr val="021017"/>
    <a:srgbClr val="041832"/>
    <a:srgbClr val="DBE4EF"/>
    <a:srgbClr val="1875E9"/>
    <a:srgbClr val="144480"/>
    <a:srgbClr val="00F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750639-FAB2-4B63-AE7C-88DBE2C3D6E6}" v="408" dt="2026-05-17T21:59:06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Estilo com Tema 2 - Ênfas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FD4443E-F989-4FC4-A0C8-D5A2AF1F390B}" styleName="Estilo Escuro 1 - Ênfase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78" y="102"/>
      </p:cViewPr>
      <p:guideLst>
        <p:guide pos="4517"/>
        <p:guide orient="horz" pos="25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Frizo" userId="ae2d4427cde06074" providerId="LiveId" clId="{C92BCA19-E8C4-452B-83EE-2DBA5B1D4360}"/>
    <pc:docChg chg="undo custSel addSld delSld modSld sldOrd">
      <pc:chgData name="Henrique Frizo" userId="ae2d4427cde06074" providerId="LiveId" clId="{C92BCA19-E8C4-452B-83EE-2DBA5B1D4360}" dt="2026-05-17T21:59:09.470" v="7169" actId="1076"/>
      <pc:docMkLst>
        <pc:docMk/>
      </pc:docMkLst>
      <pc:sldChg chg="modSp mod">
        <pc:chgData name="Henrique Frizo" userId="ae2d4427cde06074" providerId="LiveId" clId="{C92BCA19-E8C4-452B-83EE-2DBA5B1D4360}" dt="2026-04-28T16:25:27.125" v="3993" actId="20577"/>
        <pc:sldMkLst>
          <pc:docMk/>
          <pc:sldMk cId="1658940126" sldId="261"/>
        </pc:sldMkLst>
        <pc:spChg chg="mod">
          <ac:chgData name="Henrique Frizo" userId="ae2d4427cde06074" providerId="LiveId" clId="{C92BCA19-E8C4-452B-83EE-2DBA5B1D4360}" dt="2026-04-28T16:25:13.026" v="3935" actId="20577"/>
          <ac:spMkLst>
            <pc:docMk/>
            <pc:sldMk cId="1658940126" sldId="261"/>
            <ac:spMk id="4" creationId="{5C747DCD-C1E0-A9C3-6623-E57EE8A331AD}"/>
          </ac:spMkLst>
        </pc:spChg>
        <pc:spChg chg="mod">
          <ac:chgData name="Henrique Frizo" userId="ae2d4427cde06074" providerId="LiveId" clId="{C92BCA19-E8C4-452B-83EE-2DBA5B1D4360}" dt="2026-04-28T16:25:27.125" v="3993" actId="20577"/>
          <ac:spMkLst>
            <pc:docMk/>
            <pc:sldMk cId="1658940126" sldId="261"/>
            <ac:spMk id="6" creationId="{244E3D65-D58A-BFCF-18F4-1F1DE2C89E08}"/>
          </ac:spMkLst>
        </pc:spChg>
      </pc:sldChg>
      <pc:sldChg chg="addSp delSp modSp mod delAnim modAnim">
        <pc:chgData name="Henrique Frizo" userId="ae2d4427cde06074" providerId="LiveId" clId="{C92BCA19-E8C4-452B-83EE-2DBA5B1D4360}" dt="2026-05-16T17:22:54.573" v="6318" actId="1076"/>
        <pc:sldMkLst>
          <pc:docMk/>
          <pc:sldMk cId="3993761075" sldId="406"/>
        </pc:sldMkLst>
        <pc:spChg chg="add mod">
          <ac:chgData name="Henrique Frizo" userId="ae2d4427cde06074" providerId="LiveId" clId="{C92BCA19-E8C4-452B-83EE-2DBA5B1D4360}" dt="2026-04-28T16:32:36.835" v="4100" actId="20577"/>
          <ac:spMkLst>
            <pc:docMk/>
            <pc:sldMk cId="3993761075" sldId="406"/>
            <ac:spMk id="3" creationId="{2502E10F-17BD-B596-F5F3-BAF480710329}"/>
          </ac:spMkLst>
        </pc:spChg>
        <pc:spChg chg="add mod">
          <ac:chgData name="Henrique Frizo" userId="ae2d4427cde06074" providerId="LiveId" clId="{C92BCA19-E8C4-452B-83EE-2DBA5B1D4360}" dt="2026-05-16T17:22:54.573" v="6318" actId="1076"/>
          <ac:spMkLst>
            <pc:docMk/>
            <pc:sldMk cId="3993761075" sldId="406"/>
            <ac:spMk id="4" creationId="{12FA404E-0914-96D6-0A51-1C7911F491FA}"/>
          </ac:spMkLst>
        </pc:spChg>
      </pc:sldChg>
      <pc:sldChg chg="addSp modSp mod modAnim">
        <pc:chgData name="Henrique Frizo" userId="ae2d4427cde06074" providerId="LiveId" clId="{C92BCA19-E8C4-452B-83EE-2DBA5B1D4360}" dt="2026-04-28T16:29:22.425" v="4081" actId="403"/>
        <pc:sldMkLst>
          <pc:docMk/>
          <pc:sldMk cId="3468997217" sldId="409"/>
        </pc:sldMkLst>
        <pc:spChg chg="add mod">
          <ac:chgData name="Henrique Frizo" userId="ae2d4427cde06074" providerId="LiveId" clId="{C92BCA19-E8C4-452B-83EE-2DBA5B1D4360}" dt="2026-04-28T16:29:22.425" v="4081" actId="403"/>
          <ac:spMkLst>
            <pc:docMk/>
            <pc:sldMk cId="3468997217" sldId="409"/>
            <ac:spMk id="2" creationId="{57346A98-69FF-9885-21A9-7BC26EDA0889}"/>
          </ac:spMkLst>
        </pc:spChg>
        <pc:spChg chg="mod">
          <ac:chgData name="Henrique Frizo" userId="ae2d4427cde06074" providerId="LiveId" clId="{C92BCA19-E8C4-452B-83EE-2DBA5B1D4360}" dt="2026-04-28T16:25:57.835" v="4070" actId="20577"/>
          <ac:spMkLst>
            <pc:docMk/>
            <pc:sldMk cId="3468997217" sldId="409"/>
            <ac:spMk id="222" creationId="{51707C6F-F55D-5ECA-7975-EC646F91A78B}"/>
          </ac:spMkLst>
        </pc:spChg>
        <pc:spChg chg="mod">
          <ac:chgData name="Henrique Frizo" userId="ae2d4427cde06074" providerId="LiveId" clId="{C92BCA19-E8C4-452B-83EE-2DBA5B1D4360}" dt="2026-04-18T13:37:16.270" v="3822" actId="20577"/>
          <ac:spMkLst>
            <pc:docMk/>
            <pc:sldMk cId="3468997217" sldId="409"/>
            <ac:spMk id="223" creationId="{08C2CFCE-2CD1-8D51-DF2E-9BC0CA5418AF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1076590244" sldId="410"/>
        </pc:sldMkLst>
      </pc:sldChg>
      <pc:sldChg chg="modSp add">
        <pc:chgData name="Henrique Frizo" userId="ae2d4427cde06074" providerId="LiveId" clId="{C92BCA19-E8C4-452B-83EE-2DBA5B1D4360}" dt="2026-04-28T16:31:52.450" v="4093" actId="403"/>
        <pc:sldMkLst>
          <pc:docMk/>
          <pc:sldMk cId="3174498163" sldId="411"/>
        </pc:sldMkLst>
        <pc:spChg chg="mod">
          <ac:chgData name="Henrique Frizo" userId="ae2d4427cde06074" providerId="LiveId" clId="{C92BCA19-E8C4-452B-83EE-2DBA5B1D4360}" dt="2026-04-28T16:31:52.450" v="4093" actId="403"/>
          <ac:spMkLst>
            <pc:docMk/>
            <pc:sldMk cId="3174498163" sldId="411"/>
            <ac:spMk id="2" creationId="{F22EBF70-DBC3-941F-8BDF-6A950017E4FD}"/>
          </ac:spMkLst>
        </pc:spChg>
      </pc:sldChg>
      <pc:sldChg chg="modSp add mod">
        <pc:chgData name="Henrique Frizo" userId="ae2d4427cde06074" providerId="LiveId" clId="{C92BCA19-E8C4-452B-83EE-2DBA5B1D4360}" dt="2026-05-16T17:24:27.311" v="6350" actId="1076"/>
        <pc:sldMkLst>
          <pc:docMk/>
          <pc:sldMk cId="1146784077" sldId="412"/>
        </pc:sldMkLst>
        <pc:spChg chg="mod">
          <ac:chgData name="Henrique Frizo" userId="ae2d4427cde06074" providerId="LiveId" clId="{C92BCA19-E8C4-452B-83EE-2DBA5B1D4360}" dt="2026-05-16T17:23:20.841" v="6339" actId="20577"/>
          <ac:spMkLst>
            <pc:docMk/>
            <pc:sldMk cId="1146784077" sldId="412"/>
            <ac:spMk id="3" creationId="{7040A59D-7F3D-14FB-E828-F4406D456102}"/>
          </ac:spMkLst>
        </pc:spChg>
        <pc:spChg chg="mod">
          <ac:chgData name="Henrique Frizo" userId="ae2d4427cde06074" providerId="LiveId" clId="{C92BCA19-E8C4-452B-83EE-2DBA5B1D4360}" dt="2026-05-16T17:24:27.311" v="6350" actId="1076"/>
          <ac:spMkLst>
            <pc:docMk/>
            <pc:sldMk cId="1146784077" sldId="412"/>
            <ac:spMk id="4" creationId="{C9ED1983-1CCC-A475-A0B5-91FC7DFCD23E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670379759" sldId="412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580113251" sldId="413"/>
        </pc:sldMkLst>
      </pc:sldChg>
      <pc:sldChg chg="modSp add mod">
        <pc:chgData name="Henrique Frizo" userId="ae2d4427cde06074" providerId="LiveId" clId="{C92BCA19-E8C4-452B-83EE-2DBA5B1D4360}" dt="2026-05-16T17:41:57.375" v="6377" actId="20577"/>
        <pc:sldMkLst>
          <pc:docMk/>
          <pc:sldMk cId="3592397003" sldId="413"/>
        </pc:sldMkLst>
        <pc:spChg chg="mod">
          <ac:chgData name="Henrique Frizo" userId="ae2d4427cde06074" providerId="LiveId" clId="{C92BCA19-E8C4-452B-83EE-2DBA5B1D4360}" dt="2026-05-16T17:41:57.375" v="6377" actId="20577"/>
          <ac:spMkLst>
            <pc:docMk/>
            <pc:sldMk cId="3592397003" sldId="413"/>
            <ac:spMk id="3" creationId="{B8EC6D8C-6EBB-C361-9707-58B7F0D229A7}"/>
          </ac:spMkLst>
        </pc:spChg>
        <pc:spChg chg="mod">
          <ac:chgData name="Henrique Frizo" userId="ae2d4427cde06074" providerId="LiveId" clId="{C92BCA19-E8C4-452B-83EE-2DBA5B1D4360}" dt="2026-05-16T17:41:50.965" v="6356" actId="1076"/>
          <ac:spMkLst>
            <pc:docMk/>
            <pc:sldMk cId="3592397003" sldId="413"/>
            <ac:spMk id="4" creationId="{20C8149D-432E-9428-B114-D224DCF05F2A}"/>
          </ac:spMkLst>
        </pc:spChg>
      </pc:sldChg>
      <pc:sldChg chg="modSp add mod">
        <pc:chgData name="Henrique Frizo" userId="ae2d4427cde06074" providerId="LiveId" clId="{C92BCA19-E8C4-452B-83EE-2DBA5B1D4360}" dt="2026-05-16T17:42:38.261" v="6419" actId="20577"/>
        <pc:sldMkLst>
          <pc:docMk/>
          <pc:sldMk cId="1760440201" sldId="414"/>
        </pc:sldMkLst>
        <pc:spChg chg="mod">
          <ac:chgData name="Henrique Frizo" userId="ae2d4427cde06074" providerId="LiveId" clId="{C92BCA19-E8C4-452B-83EE-2DBA5B1D4360}" dt="2026-05-16T17:42:38.261" v="6419" actId="20577"/>
          <ac:spMkLst>
            <pc:docMk/>
            <pc:sldMk cId="1760440201" sldId="414"/>
            <ac:spMk id="3" creationId="{50FD6A60-9D3E-5999-E173-F0F0DBD3365E}"/>
          </ac:spMkLst>
        </pc:spChg>
        <pc:spChg chg="mod">
          <ac:chgData name="Henrique Frizo" userId="ae2d4427cde06074" providerId="LiveId" clId="{C92BCA19-E8C4-452B-83EE-2DBA5B1D4360}" dt="2026-05-16T17:42:28.549" v="6381" actId="1076"/>
          <ac:spMkLst>
            <pc:docMk/>
            <pc:sldMk cId="1760440201" sldId="414"/>
            <ac:spMk id="4" creationId="{6C06D2D0-3529-16AD-ABBB-66FB5BF6C969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829881671" sldId="414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59871260" sldId="415"/>
        </pc:sldMkLst>
      </pc:sldChg>
      <pc:sldChg chg="modSp add mod">
        <pc:chgData name="Henrique Frizo" userId="ae2d4427cde06074" providerId="LiveId" clId="{C92BCA19-E8C4-452B-83EE-2DBA5B1D4360}" dt="2026-05-17T11:09:59.482" v="6469" actId="12"/>
        <pc:sldMkLst>
          <pc:docMk/>
          <pc:sldMk cId="3016552711" sldId="415"/>
        </pc:sldMkLst>
        <pc:spChg chg="mod">
          <ac:chgData name="Henrique Frizo" userId="ae2d4427cde06074" providerId="LiveId" clId="{C92BCA19-E8C4-452B-83EE-2DBA5B1D4360}" dt="2026-05-17T11:03:20.448" v="6436" actId="20577"/>
          <ac:spMkLst>
            <pc:docMk/>
            <pc:sldMk cId="3016552711" sldId="415"/>
            <ac:spMk id="3" creationId="{648B2991-F771-44F6-4089-9631495748CD}"/>
          </ac:spMkLst>
        </pc:spChg>
        <pc:spChg chg="mod">
          <ac:chgData name="Henrique Frizo" userId="ae2d4427cde06074" providerId="LiveId" clId="{C92BCA19-E8C4-452B-83EE-2DBA5B1D4360}" dt="2026-05-17T11:09:59.482" v="6469" actId="12"/>
          <ac:spMkLst>
            <pc:docMk/>
            <pc:sldMk cId="3016552711" sldId="415"/>
            <ac:spMk id="4" creationId="{2DEF8833-4138-E273-FE7F-B2985D9D5AB9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001274817" sldId="416"/>
        </pc:sldMkLst>
      </pc:sldChg>
      <pc:sldChg chg="modSp add mod">
        <pc:chgData name="Henrique Frizo" userId="ae2d4427cde06074" providerId="LiveId" clId="{C92BCA19-E8C4-452B-83EE-2DBA5B1D4360}" dt="2026-05-17T11:05:22.661" v="6468" actId="12"/>
        <pc:sldMkLst>
          <pc:docMk/>
          <pc:sldMk cId="3983203920" sldId="416"/>
        </pc:sldMkLst>
        <pc:spChg chg="mod">
          <ac:chgData name="Henrique Frizo" userId="ae2d4427cde06074" providerId="LiveId" clId="{C92BCA19-E8C4-452B-83EE-2DBA5B1D4360}" dt="2026-05-17T11:04:11.397" v="6444" actId="20577"/>
          <ac:spMkLst>
            <pc:docMk/>
            <pc:sldMk cId="3983203920" sldId="416"/>
            <ac:spMk id="3" creationId="{5F9BEF99-A0D9-3963-118A-1425E87A4F9A}"/>
          </ac:spMkLst>
        </pc:spChg>
        <pc:spChg chg="mod">
          <ac:chgData name="Henrique Frizo" userId="ae2d4427cde06074" providerId="LiveId" clId="{C92BCA19-E8C4-452B-83EE-2DBA5B1D4360}" dt="2026-05-17T11:05:22.661" v="6468" actId="12"/>
          <ac:spMkLst>
            <pc:docMk/>
            <pc:sldMk cId="3983203920" sldId="416"/>
            <ac:spMk id="4" creationId="{F1EB85AB-53C7-E3C0-2A44-C288C6DCBF56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45508470" sldId="417"/>
        </pc:sldMkLst>
      </pc:sldChg>
      <pc:sldChg chg="modSp add ord">
        <pc:chgData name="Henrique Frizo" userId="ae2d4427cde06074" providerId="LiveId" clId="{C92BCA19-E8C4-452B-83EE-2DBA5B1D4360}" dt="2026-05-17T11:32:14.699" v="6634" actId="313"/>
        <pc:sldMkLst>
          <pc:docMk/>
          <pc:sldMk cId="3806471393" sldId="417"/>
        </pc:sldMkLst>
        <pc:spChg chg="mod">
          <ac:chgData name="Henrique Frizo" userId="ae2d4427cde06074" providerId="LiveId" clId="{C92BCA19-E8C4-452B-83EE-2DBA5B1D4360}" dt="2026-05-17T11:32:14.699" v="6634" actId="313"/>
          <ac:spMkLst>
            <pc:docMk/>
            <pc:sldMk cId="3806471393" sldId="417"/>
            <ac:spMk id="4" creationId="{8EF2A210-F32B-2AE3-B969-8E3DD3D622B8}"/>
          </ac:spMkLst>
        </pc:spChg>
      </pc:sldChg>
      <pc:sldChg chg="modSp add mod ord">
        <pc:chgData name="Henrique Frizo" userId="ae2d4427cde06074" providerId="LiveId" clId="{C92BCA19-E8C4-452B-83EE-2DBA5B1D4360}" dt="2026-05-17T11:32:39.211" v="6650" actId="1076"/>
        <pc:sldMkLst>
          <pc:docMk/>
          <pc:sldMk cId="3843673087" sldId="418"/>
        </pc:sldMkLst>
        <pc:spChg chg="mod">
          <ac:chgData name="Henrique Frizo" userId="ae2d4427cde06074" providerId="LiveId" clId="{C92BCA19-E8C4-452B-83EE-2DBA5B1D4360}" dt="2026-05-17T11:32:39.211" v="6650" actId="1076"/>
          <ac:spMkLst>
            <pc:docMk/>
            <pc:sldMk cId="3843673087" sldId="418"/>
            <ac:spMk id="4" creationId="{B583128A-5D1A-FE70-3595-7EC475EEDBEC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4095609146" sldId="418"/>
        </pc:sldMkLst>
      </pc:sldChg>
      <pc:sldChg chg="modSp add del mod modAnim">
        <pc:chgData name="Henrique Frizo" userId="ae2d4427cde06074" providerId="LiveId" clId="{C92BCA19-E8C4-452B-83EE-2DBA5B1D4360}" dt="2026-05-16T17:23:05.888" v="6319" actId="47"/>
        <pc:sldMkLst>
          <pc:docMk/>
          <pc:sldMk cId="1207779033" sldId="419"/>
        </pc:sldMkLst>
      </pc:sldChg>
      <pc:sldChg chg="modSp add">
        <pc:chgData name="Henrique Frizo" userId="ae2d4427cde06074" providerId="LiveId" clId="{C92BCA19-E8C4-452B-83EE-2DBA5B1D4360}" dt="2026-05-17T11:47:21.834" v="6656" actId="20577"/>
        <pc:sldMkLst>
          <pc:docMk/>
          <pc:sldMk cId="3306900824" sldId="419"/>
        </pc:sldMkLst>
        <pc:spChg chg="mod">
          <ac:chgData name="Henrique Frizo" userId="ae2d4427cde06074" providerId="LiveId" clId="{C92BCA19-E8C4-452B-83EE-2DBA5B1D4360}" dt="2026-05-17T11:47:21.834" v="6656" actId="20577"/>
          <ac:spMkLst>
            <pc:docMk/>
            <pc:sldMk cId="3306900824" sldId="419"/>
            <ac:spMk id="4" creationId="{5439858B-3989-E844-9011-F470E664303D}"/>
          </ac:spMkLst>
        </pc:spChg>
      </pc:sldChg>
      <pc:sldChg chg="modSp add mod">
        <pc:chgData name="Henrique Frizo" userId="ae2d4427cde06074" providerId="LiveId" clId="{C92BCA19-E8C4-452B-83EE-2DBA5B1D4360}" dt="2026-05-17T11:48:33.745" v="6673" actId="1076"/>
        <pc:sldMkLst>
          <pc:docMk/>
          <pc:sldMk cId="253049998" sldId="420"/>
        </pc:sldMkLst>
        <pc:spChg chg="mod">
          <ac:chgData name="Henrique Frizo" userId="ae2d4427cde06074" providerId="LiveId" clId="{C92BCA19-E8C4-452B-83EE-2DBA5B1D4360}" dt="2026-05-17T11:48:33.745" v="6673" actId="1076"/>
          <ac:spMkLst>
            <pc:docMk/>
            <pc:sldMk cId="253049998" sldId="420"/>
            <ac:spMk id="4" creationId="{44F68B00-D31D-6967-072A-B1419AFA0DE8}"/>
          </ac:spMkLst>
        </pc:spChg>
      </pc:sldChg>
      <pc:sldChg chg="modSp add del mod modAnim">
        <pc:chgData name="Henrique Frizo" userId="ae2d4427cde06074" providerId="LiveId" clId="{C92BCA19-E8C4-452B-83EE-2DBA5B1D4360}" dt="2026-05-16T17:23:05.888" v="6319" actId="47"/>
        <pc:sldMkLst>
          <pc:docMk/>
          <pc:sldMk cId="1970603328" sldId="420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02038630" sldId="421"/>
        </pc:sldMkLst>
      </pc:sldChg>
      <pc:sldChg chg="modSp add">
        <pc:chgData name="Henrique Frizo" userId="ae2d4427cde06074" providerId="LiveId" clId="{C92BCA19-E8C4-452B-83EE-2DBA5B1D4360}" dt="2026-05-17T11:49:37.338" v="6679" actId="403"/>
        <pc:sldMkLst>
          <pc:docMk/>
          <pc:sldMk cId="1070885541" sldId="421"/>
        </pc:sldMkLst>
        <pc:spChg chg="mod">
          <ac:chgData name="Henrique Frizo" userId="ae2d4427cde06074" providerId="LiveId" clId="{C92BCA19-E8C4-452B-83EE-2DBA5B1D4360}" dt="2026-05-17T11:49:37.338" v="6679" actId="403"/>
          <ac:spMkLst>
            <pc:docMk/>
            <pc:sldMk cId="1070885541" sldId="421"/>
            <ac:spMk id="4" creationId="{8390026C-2F8F-42F8-1CC7-27015057C4FE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1388491631" sldId="422"/>
        </pc:sldMkLst>
      </pc:sldChg>
      <pc:sldChg chg="modSp add mod">
        <pc:chgData name="Henrique Frizo" userId="ae2d4427cde06074" providerId="LiveId" clId="{C92BCA19-E8C4-452B-83EE-2DBA5B1D4360}" dt="2026-05-17T12:47:49.489" v="6700" actId="1076"/>
        <pc:sldMkLst>
          <pc:docMk/>
          <pc:sldMk cId="4037977816" sldId="422"/>
        </pc:sldMkLst>
        <pc:spChg chg="mod">
          <ac:chgData name="Henrique Frizo" userId="ae2d4427cde06074" providerId="LiveId" clId="{C92BCA19-E8C4-452B-83EE-2DBA5B1D4360}" dt="2026-05-17T12:47:38.046" v="6692" actId="20577"/>
          <ac:spMkLst>
            <pc:docMk/>
            <pc:sldMk cId="4037977816" sldId="422"/>
            <ac:spMk id="3" creationId="{CB0329F0-1B71-C6C7-1CC5-87EB6EAFD15F}"/>
          </ac:spMkLst>
        </pc:spChg>
        <pc:spChg chg="mod">
          <ac:chgData name="Henrique Frizo" userId="ae2d4427cde06074" providerId="LiveId" clId="{C92BCA19-E8C4-452B-83EE-2DBA5B1D4360}" dt="2026-05-17T12:47:49.489" v="6700" actId="1076"/>
          <ac:spMkLst>
            <pc:docMk/>
            <pc:sldMk cId="4037977816" sldId="422"/>
            <ac:spMk id="4" creationId="{20C54B87-127A-46B6-F43A-BCFFF51FD67F}"/>
          </ac:spMkLst>
        </pc:spChg>
      </pc:sldChg>
      <pc:sldChg chg="modSp add mod">
        <pc:chgData name="Henrique Frizo" userId="ae2d4427cde06074" providerId="LiveId" clId="{C92BCA19-E8C4-452B-83EE-2DBA5B1D4360}" dt="2026-05-17T12:57:45.667" v="6747"/>
        <pc:sldMkLst>
          <pc:docMk/>
          <pc:sldMk cId="1038024770" sldId="423"/>
        </pc:sldMkLst>
        <pc:spChg chg="mod">
          <ac:chgData name="Henrique Frizo" userId="ae2d4427cde06074" providerId="LiveId" clId="{C92BCA19-E8C4-452B-83EE-2DBA5B1D4360}" dt="2026-05-17T12:57:19.283" v="6724" actId="20577"/>
          <ac:spMkLst>
            <pc:docMk/>
            <pc:sldMk cId="1038024770" sldId="423"/>
            <ac:spMk id="3" creationId="{D8B8D9E9-5461-15F4-253F-552B96DF4AFF}"/>
          </ac:spMkLst>
        </pc:spChg>
        <pc:spChg chg="mod">
          <ac:chgData name="Henrique Frizo" userId="ae2d4427cde06074" providerId="LiveId" clId="{C92BCA19-E8C4-452B-83EE-2DBA5B1D4360}" dt="2026-05-17T12:57:45.667" v="6747"/>
          <ac:spMkLst>
            <pc:docMk/>
            <pc:sldMk cId="1038024770" sldId="423"/>
            <ac:spMk id="4" creationId="{2F40FFCE-4A74-A691-08C7-ADE15DCFB7FC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031669506" sldId="423"/>
        </pc:sldMkLst>
      </pc:sldChg>
      <pc:sldChg chg="modSp add mod">
        <pc:chgData name="Henrique Frizo" userId="ae2d4427cde06074" providerId="LiveId" clId="{C92BCA19-E8C4-452B-83EE-2DBA5B1D4360}" dt="2026-05-17T12:58:26.807" v="6757"/>
        <pc:sldMkLst>
          <pc:docMk/>
          <pc:sldMk cId="473818588" sldId="424"/>
        </pc:sldMkLst>
        <pc:spChg chg="mod">
          <ac:chgData name="Henrique Frizo" userId="ae2d4427cde06074" providerId="LiveId" clId="{C92BCA19-E8C4-452B-83EE-2DBA5B1D4360}" dt="2026-05-17T12:58:07.113" v="6753" actId="20577"/>
          <ac:spMkLst>
            <pc:docMk/>
            <pc:sldMk cId="473818588" sldId="424"/>
            <ac:spMk id="3" creationId="{CC23B18B-30F0-A83B-E0A1-41F24B0A7909}"/>
          </ac:spMkLst>
        </pc:spChg>
        <pc:spChg chg="mod">
          <ac:chgData name="Henrique Frizo" userId="ae2d4427cde06074" providerId="LiveId" clId="{C92BCA19-E8C4-452B-83EE-2DBA5B1D4360}" dt="2026-05-17T12:58:26.807" v="6757"/>
          <ac:spMkLst>
            <pc:docMk/>
            <pc:sldMk cId="473818588" sldId="424"/>
            <ac:spMk id="4" creationId="{F80BBF7F-9CB0-8759-1992-CAA394240E70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1966281470" sldId="424"/>
        </pc:sldMkLst>
      </pc:sldChg>
      <pc:sldChg chg="modSp add mod">
        <pc:chgData name="Henrique Frizo" userId="ae2d4427cde06074" providerId="LiveId" clId="{C92BCA19-E8C4-452B-83EE-2DBA5B1D4360}" dt="2026-05-17T12:58:51.813" v="6787" actId="1076"/>
        <pc:sldMkLst>
          <pc:docMk/>
          <pc:sldMk cId="2000246039" sldId="425"/>
        </pc:sldMkLst>
        <pc:spChg chg="mod">
          <ac:chgData name="Henrique Frizo" userId="ae2d4427cde06074" providerId="LiveId" clId="{C92BCA19-E8C4-452B-83EE-2DBA5B1D4360}" dt="2026-05-17T12:58:47.486" v="6785" actId="20577"/>
          <ac:spMkLst>
            <pc:docMk/>
            <pc:sldMk cId="2000246039" sldId="425"/>
            <ac:spMk id="3" creationId="{51D89144-8C7B-3F9E-F3F9-43F3BBCA72D2}"/>
          </ac:spMkLst>
        </pc:spChg>
        <pc:spChg chg="mod">
          <ac:chgData name="Henrique Frizo" userId="ae2d4427cde06074" providerId="LiveId" clId="{C92BCA19-E8C4-452B-83EE-2DBA5B1D4360}" dt="2026-05-17T12:58:51.813" v="6787" actId="1076"/>
          <ac:spMkLst>
            <pc:docMk/>
            <pc:sldMk cId="2000246039" sldId="425"/>
            <ac:spMk id="4" creationId="{9700965B-37D0-B63D-5F9F-919C60B29297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3844961176" sldId="425"/>
        </pc:sldMkLst>
      </pc:sldChg>
      <pc:sldChg chg="modSp add">
        <pc:chgData name="Henrique Frizo" userId="ae2d4427cde06074" providerId="LiveId" clId="{C92BCA19-E8C4-452B-83EE-2DBA5B1D4360}" dt="2026-05-17T12:59:08.204" v="6789"/>
        <pc:sldMkLst>
          <pc:docMk/>
          <pc:sldMk cId="1138736565" sldId="426"/>
        </pc:sldMkLst>
        <pc:spChg chg="mod">
          <ac:chgData name="Henrique Frizo" userId="ae2d4427cde06074" providerId="LiveId" clId="{C92BCA19-E8C4-452B-83EE-2DBA5B1D4360}" dt="2026-05-17T12:59:08.204" v="6789"/>
          <ac:spMkLst>
            <pc:docMk/>
            <pc:sldMk cId="1138736565" sldId="426"/>
            <ac:spMk id="4" creationId="{D6775C84-3154-EACC-220D-C5024E928416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4275571067" sldId="426"/>
        </pc:sldMkLst>
      </pc:sldChg>
      <pc:sldChg chg="modSp add mod">
        <pc:chgData name="Henrique Frizo" userId="ae2d4427cde06074" providerId="LiveId" clId="{C92BCA19-E8C4-452B-83EE-2DBA5B1D4360}" dt="2026-05-17T12:59:37.577" v="6800" actId="1076"/>
        <pc:sldMkLst>
          <pc:docMk/>
          <pc:sldMk cId="295289584" sldId="427"/>
        </pc:sldMkLst>
        <pc:spChg chg="mod">
          <ac:chgData name="Henrique Frizo" userId="ae2d4427cde06074" providerId="LiveId" clId="{C92BCA19-E8C4-452B-83EE-2DBA5B1D4360}" dt="2026-05-17T12:59:21.463" v="6798" actId="20577"/>
          <ac:spMkLst>
            <pc:docMk/>
            <pc:sldMk cId="295289584" sldId="427"/>
            <ac:spMk id="3" creationId="{AD6C7D36-50DC-FBC9-9991-8BC710D11552}"/>
          </ac:spMkLst>
        </pc:spChg>
        <pc:spChg chg="mod">
          <ac:chgData name="Henrique Frizo" userId="ae2d4427cde06074" providerId="LiveId" clId="{C92BCA19-E8C4-452B-83EE-2DBA5B1D4360}" dt="2026-05-17T12:59:37.577" v="6800" actId="1076"/>
          <ac:spMkLst>
            <pc:docMk/>
            <pc:sldMk cId="295289584" sldId="427"/>
            <ac:spMk id="4" creationId="{4184E211-A836-F29A-4CB4-0E08FD1BEF2B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431815993" sldId="427"/>
        </pc:sldMkLst>
      </pc:sldChg>
      <pc:sldChg chg="modSp add mod">
        <pc:chgData name="Henrique Frizo" userId="ae2d4427cde06074" providerId="LiveId" clId="{C92BCA19-E8C4-452B-83EE-2DBA5B1D4360}" dt="2026-05-17T13:22:52.506" v="6818" actId="20577"/>
        <pc:sldMkLst>
          <pc:docMk/>
          <pc:sldMk cId="587146994" sldId="428"/>
        </pc:sldMkLst>
        <pc:spChg chg="mod">
          <ac:chgData name="Henrique Frizo" userId="ae2d4427cde06074" providerId="LiveId" clId="{C92BCA19-E8C4-452B-83EE-2DBA5B1D4360}" dt="2026-05-17T13:22:52.506" v="6818" actId="20577"/>
          <ac:spMkLst>
            <pc:docMk/>
            <pc:sldMk cId="587146994" sldId="428"/>
            <ac:spMk id="3" creationId="{B11AC1CB-4450-4CD1-538A-40BF6D1131BF}"/>
          </ac:spMkLst>
        </pc:spChg>
        <pc:spChg chg="mod">
          <ac:chgData name="Henrique Frizo" userId="ae2d4427cde06074" providerId="LiveId" clId="{C92BCA19-E8C4-452B-83EE-2DBA5B1D4360}" dt="2026-05-17T13:22:34.671" v="6802"/>
          <ac:spMkLst>
            <pc:docMk/>
            <pc:sldMk cId="587146994" sldId="428"/>
            <ac:spMk id="4" creationId="{C68FE381-1EE9-A46C-B7C8-2E192798AB25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996962245" sldId="428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1010075999" sldId="429"/>
        </pc:sldMkLst>
      </pc:sldChg>
      <pc:sldChg chg="modSp add mod">
        <pc:chgData name="Henrique Frizo" userId="ae2d4427cde06074" providerId="LiveId" clId="{C92BCA19-E8C4-452B-83EE-2DBA5B1D4360}" dt="2026-05-17T13:23:46.932" v="6858" actId="1076"/>
        <pc:sldMkLst>
          <pc:docMk/>
          <pc:sldMk cId="2022076893" sldId="429"/>
        </pc:sldMkLst>
        <pc:spChg chg="mod">
          <ac:chgData name="Henrique Frizo" userId="ae2d4427cde06074" providerId="LiveId" clId="{C92BCA19-E8C4-452B-83EE-2DBA5B1D4360}" dt="2026-05-17T13:23:19.951" v="6839" actId="20577"/>
          <ac:spMkLst>
            <pc:docMk/>
            <pc:sldMk cId="2022076893" sldId="429"/>
            <ac:spMk id="3" creationId="{45F8A6CE-978C-031C-2EAC-62A7C49D093B}"/>
          </ac:spMkLst>
        </pc:spChg>
        <pc:spChg chg="mod">
          <ac:chgData name="Henrique Frizo" userId="ae2d4427cde06074" providerId="LiveId" clId="{C92BCA19-E8C4-452B-83EE-2DBA5B1D4360}" dt="2026-05-17T13:23:46.932" v="6858" actId="1076"/>
          <ac:spMkLst>
            <pc:docMk/>
            <pc:sldMk cId="2022076893" sldId="429"/>
            <ac:spMk id="4" creationId="{C4756928-086E-D183-FEFE-A19FDC3D03E2}"/>
          </ac:spMkLst>
        </pc:spChg>
      </pc:sldChg>
      <pc:sldChg chg="modSp add mod">
        <pc:chgData name="Henrique Frizo" userId="ae2d4427cde06074" providerId="LiveId" clId="{C92BCA19-E8C4-452B-83EE-2DBA5B1D4360}" dt="2026-05-17T13:24:18.838" v="6888"/>
        <pc:sldMkLst>
          <pc:docMk/>
          <pc:sldMk cId="407550074" sldId="430"/>
        </pc:sldMkLst>
        <pc:spChg chg="mod">
          <ac:chgData name="Henrique Frizo" userId="ae2d4427cde06074" providerId="LiveId" clId="{C92BCA19-E8C4-452B-83EE-2DBA5B1D4360}" dt="2026-05-17T13:23:58.804" v="6869" actId="20577"/>
          <ac:spMkLst>
            <pc:docMk/>
            <pc:sldMk cId="407550074" sldId="430"/>
            <ac:spMk id="3" creationId="{6D2FD689-2BB7-3A31-C85B-DC723B3B495F}"/>
          </ac:spMkLst>
        </pc:spChg>
        <pc:spChg chg="mod">
          <ac:chgData name="Henrique Frizo" userId="ae2d4427cde06074" providerId="LiveId" clId="{C92BCA19-E8C4-452B-83EE-2DBA5B1D4360}" dt="2026-05-17T13:24:18.838" v="6888"/>
          <ac:spMkLst>
            <pc:docMk/>
            <pc:sldMk cId="407550074" sldId="430"/>
            <ac:spMk id="4" creationId="{C34BB88C-59D0-66B4-E317-4DD04EC1F1AB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3516519936" sldId="430"/>
        </pc:sldMkLst>
      </pc:sldChg>
      <pc:sldChg chg="modSp add del mod ord">
        <pc:chgData name="Henrique Frizo" userId="ae2d4427cde06074" providerId="LiveId" clId="{C92BCA19-E8C4-452B-83EE-2DBA5B1D4360}" dt="2026-05-16T17:23:05.888" v="6319" actId="47"/>
        <pc:sldMkLst>
          <pc:docMk/>
          <pc:sldMk cId="1011380120" sldId="431"/>
        </pc:sldMkLst>
      </pc:sldChg>
      <pc:sldChg chg="modSp add mod">
        <pc:chgData name="Henrique Frizo" userId="ae2d4427cde06074" providerId="LiveId" clId="{C92BCA19-E8C4-452B-83EE-2DBA5B1D4360}" dt="2026-05-17T13:25:00.573" v="6903"/>
        <pc:sldMkLst>
          <pc:docMk/>
          <pc:sldMk cId="2584907997" sldId="431"/>
        </pc:sldMkLst>
        <pc:spChg chg="mod">
          <ac:chgData name="Henrique Frizo" userId="ae2d4427cde06074" providerId="LiveId" clId="{C92BCA19-E8C4-452B-83EE-2DBA5B1D4360}" dt="2026-05-17T13:24:39" v="6897" actId="20577"/>
          <ac:spMkLst>
            <pc:docMk/>
            <pc:sldMk cId="2584907997" sldId="431"/>
            <ac:spMk id="3" creationId="{3C2793EB-E5E4-3714-6087-E62BC5C3382B}"/>
          </ac:spMkLst>
        </pc:spChg>
        <pc:spChg chg="mod">
          <ac:chgData name="Henrique Frizo" userId="ae2d4427cde06074" providerId="LiveId" clId="{C92BCA19-E8C4-452B-83EE-2DBA5B1D4360}" dt="2026-05-17T13:25:00.573" v="6903"/>
          <ac:spMkLst>
            <pc:docMk/>
            <pc:sldMk cId="2584907997" sldId="431"/>
            <ac:spMk id="4" creationId="{C46995EB-2E12-52EA-F657-8843A48D2298}"/>
          </ac:spMkLst>
        </pc:spChg>
      </pc:sldChg>
      <pc:sldChg chg="modSp add mod">
        <pc:chgData name="Henrique Frizo" userId="ae2d4427cde06074" providerId="LiveId" clId="{C92BCA19-E8C4-452B-83EE-2DBA5B1D4360}" dt="2026-05-17T13:25:19.748" v="6926"/>
        <pc:sldMkLst>
          <pc:docMk/>
          <pc:sldMk cId="980347820" sldId="432"/>
        </pc:sldMkLst>
        <pc:spChg chg="mod">
          <ac:chgData name="Henrique Frizo" userId="ae2d4427cde06074" providerId="LiveId" clId="{C92BCA19-E8C4-452B-83EE-2DBA5B1D4360}" dt="2026-05-17T13:25:16.269" v="6925" actId="20577"/>
          <ac:spMkLst>
            <pc:docMk/>
            <pc:sldMk cId="980347820" sldId="432"/>
            <ac:spMk id="3" creationId="{6776ABAB-32FD-3A91-84DD-93CA72D001AA}"/>
          </ac:spMkLst>
        </pc:spChg>
        <pc:spChg chg="mod">
          <ac:chgData name="Henrique Frizo" userId="ae2d4427cde06074" providerId="LiveId" clId="{C92BCA19-E8C4-452B-83EE-2DBA5B1D4360}" dt="2026-05-17T13:25:19.748" v="6926"/>
          <ac:spMkLst>
            <pc:docMk/>
            <pc:sldMk cId="980347820" sldId="432"/>
            <ac:spMk id="4" creationId="{8BBD9198-CC12-B981-4D9B-4C5B69FE2BFE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4260314749" sldId="432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86798969" sldId="433"/>
        </pc:sldMkLst>
      </pc:sldChg>
      <pc:sldChg chg="modSp add mod">
        <pc:chgData name="Henrique Frizo" userId="ae2d4427cde06074" providerId="LiveId" clId="{C92BCA19-E8C4-452B-83EE-2DBA5B1D4360}" dt="2026-05-17T13:25:40.036" v="6936"/>
        <pc:sldMkLst>
          <pc:docMk/>
          <pc:sldMk cId="1790804245" sldId="433"/>
        </pc:sldMkLst>
        <pc:spChg chg="mod">
          <ac:chgData name="Henrique Frizo" userId="ae2d4427cde06074" providerId="LiveId" clId="{C92BCA19-E8C4-452B-83EE-2DBA5B1D4360}" dt="2026-05-17T13:25:37.638" v="6935" actId="20577"/>
          <ac:spMkLst>
            <pc:docMk/>
            <pc:sldMk cId="1790804245" sldId="433"/>
            <ac:spMk id="3" creationId="{CD3C8AEE-8410-52B1-1002-2F3CA5327015}"/>
          </ac:spMkLst>
        </pc:spChg>
        <pc:spChg chg="mod">
          <ac:chgData name="Henrique Frizo" userId="ae2d4427cde06074" providerId="LiveId" clId="{C92BCA19-E8C4-452B-83EE-2DBA5B1D4360}" dt="2026-05-17T13:25:40.036" v="6936"/>
          <ac:spMkLst>
            <pc:docMk/>
            <pc:sldMk cId="1790804245" sldId="433"/>
            <ac:spMk id="4" creationId="{9F837416-86F6-9D0D-98FF-C0B3E00291D1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84110193" sldId="434"/>
        </pc:sldMkLst>
      </pc:sldChg>
      <pc:sldChg chg="modSp add mod">
        <pc:chgData name="Henrique Frizo" userId="ae2d4427cde06074" providerId="LiveId" clId="{C92BCA19-E8C4-452B-83EE-2DBA5B1D4360}" dt="2026-05-17T16:11:15.469" v="6981" actId="20577"/>
        <pc:sldMkLst>
          <pc:docMk/>
          <pc:sldMk cId="852021127" sldId="434"/>
        </pc:sldMkLst>
        <pc:spChg chg="mod">
          <ac:chgData name="Henrique Frizo" userId="ae2d4427cde06074" providerId="LiveId" clId="{C92BCA19-E8C4-452B-83EE-2DBA5B1D4360}" dt="2026-05-17T16:11:15.469" v="6981" actId="20577"/>
          <ac:spMkLst>
            <pc:docMk/>
            <pc:sldMk cId="852021127" sldId="434"/>
            <ac:spMk id="3" creationId="{BBBF1928-C3C1-405E-022F-86114126FC30}"/>
          </ac:spMkLst>
        </pc:spChg>
        <pc:spChg chg="mod">
          <ac:chgData name="Henrique Frizo" userId="ae2d4427cde06074" providerId="LiveId" clId="{C92BCA19-E8C4-452B-83EE-2DBA5B1D4360}" dt="2026-05-17T13:49:26.421" v="6965" actId="20577"/>
          <ac:spMkLst>
            <pc:docMk/>
            <pc:sldMk cId="852021127" sldId="434"/>
            <ac:spMk id="4" creationId="{380E6E97-55A9-2EA2-BD6F-041C0BB3FD65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071478685" sldId="435"/>
        </pc:sldMkLst>
      </pc:sldChg>
      <pc:sldChg chg="modSp add mod">
        <pc:chgData name="Henrique Frizo" userId="ae2d4427cde06074" providerId="LiveId" clId="{C92BCA19-E8C4-452B-83EE-2DBA5B1D4360}" dt="2026-05-17T16:14:31.323" v="7031" actId="5793"/>
        <pc:sldMkLst>
          <pc:docMk/>
          <pc:sldMk cId="2986104937" sldId="435"/>
        </pc:sldMkLst>
        <pc:spChg chg="mod">
          <ac:chgData name="Henrique Frizo" userId="ae2d4427cde06074" providerId="LiveId" clId="{C92BCA19-E8C4-452B-83EE-2DBA5B1D4360}" dt="2026-05-17T16:11:41.381" v="7022" actId="20577"/>
          <ac:spMkLst>
            <pc:docMk/>
            <pc:sldMk cId="2986104937" sldId="435"/>
            <ac:spMk id="3" creationId="{4ADA004F-2BBA-D1BE-C263-2EC7251C3EE8}"/>
          </ac:spMkLst>
        </pc:spChg>
        <pc:spChg chg="mod">
          <ac:chgData name="Henrique Frizo" userId="ae2d4427cde06074" providerId="LiveId" clId="{C92BCA19-E8C4-452B-83EE-2DBA5B1D4360}" dt="2026-05-17T16:14:31.323" v="7031" actId="5793"/>
          <ac:spMkLst>
            <pc:docMk/>
            <pc:sldMk cId="2986104937" sldId="435"/>
            <ac:spMk id="4" creationId="{53AA84E9-28B9-ED4B-D8AE-81E06707AB7F}"/>
          </ac:spMkLst>
        </pc:spChg>
      </pc:sldChg>
      <pc:sldChg chg="modSp add mod">
        <pc:chgData name="Henrique Frizo" userId="ae2d4427cde06074" providerId="LiveId" clId="{C92BCA19-E8C4-452B-83EE-2DBA5B1D4360}" dt="2026-05-17T16:27:53.463" v="7046" actId="1076"/>
        <pc:sldMkLst>
          <pc:docMk/>
          <pc:sldMk cId="2550879750" sldId="436"/>
        </pc:sldMkLst>
        <pc:spChg chg="mod">
          <ac:chgData name="Henrique Frizo" userId="ae2d4427cde06074" providerId="LiveId" clId="{C92BCA19-E8C4-452B-83EE-2DBA5B1D4360}" dt="2026-05-17T16:27:48.358" v="7044" actId="20577"/>
          <ac:spMkLst>
            <pc:docMk/>
            <pc:sldMk cId="2550879750" sldId="436"/>
            <ac:spMk id="3" creationId="{7669DC9A-715D-EA37-B5F1-F263282FBC3E}"/>
          </ac:spMkLst>
        </pc:spChg>
        <pc:spChg chg="mod">
          <ac:chgData name="Henrique Frizo" userId="ae2d4427cde06074" providerId="LiveId" clId="{C92BCA19-E8C4-452B-83EE-2DBA5B1D4360}" dt="2026-05-17T16:27:53.463" v="7046" actId="1076"/>
          <ac:spMkLst>
            <pc:docMk/>
            <pc:sldMk cId="2550879750" sldId="436"/>
            <ac:spMk id="4" creationId="{22363513-B655-38C1-553E-4234A559C398}"/>
          </ac:spMkLst>
        </pc:spChg>
      </pc:sldChg>
      <pc:sldChg chg="modSp add del mod ord">
        <pc:chgData name="Henrique Frizo" userId="ae2d4427cde06074" providerId="LiveId" clId="{C92BCA19-E8C4-452B-83EE-2DBA5B1D4360}" dt="2026-05-16T17:23:05.888" v="6319" actId="47"/>
        <pc:sldMkLst>
          <pc:docMk/>
          <pc:sldMk cId="3360390796" sldId="436"/>
        </pc:sldMkLst>
      </pc:sldChg>
      <pc:sldChg chg="modSp add mod">
        <pc:chgData name="Henrique Frizo" userId="ae2d4427cde06074" providerId="LiveId" clId="{C92BCA19-E8C4-452B-83EE-2DBA5B1D4360}" dt="2026-05-17T16:28:53.745" v="7051" actId="1076"/>
        <pc:sldMkLst>
          <pc:docMk/>
          <pc:sldMk cId="377729783" sldId="437"/>
        </pc:sldMkLst>
        <pc:spChg chg="mod">
          <ac:chgData name="Henrique Frizo" userId="ae2d4427cde06074" providerId="LiveId" clId="{C92BCA19-E8C4-452B-83EE-2DBA5B1D4360}" dt="2026-05-17T16:28:53.745" v="7051" actId="1076"/>
          <ac:spMkLst>
            <pc:docMk/>
            <pc:sldMk cId="377729783" sldId="437"/>
            <ac:spMk id="4" creationId="{ED9F1044-7BAB-A805-CAC5-71FD3ADA2C8C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862926054" sldId="437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697893770" sldId="438"/>
        </pc:sldMkLst>
      </pc:sldChg>
      <pc:sldChg chg="modSp add mod">
        <pc:chgData name="Henrique Frizo" userId="ae2d4427cde06074" providerId="LiveId" clId="{C92BCA19-E8C4-452B-83EE-2DBA5B1D4360}" dt="2026-05-17T16:36:43.828" v="7059"/>
        <pc:sldMkLst>
          <pc:docMk/>
          <pc:sldMk cId="2575856017" sldId="438"/>
        </pc:sldMkLst>
        <pc:spChg chg="mod">
          <ac:chgData name="Henrique Frizo" userId="ae2d4427cde06074" providerId="LiveId" clId="{C92BCA19-E8C4-452B-83EE-2DBA5B1D4360}" dt="2026-05-17T16:36:40.970" v="7058" actId="20577"/>
          <ac:spMkLst>
            <pc:docMk/>
            <pc:sldMk cId="2575856017" sldId="438"/>
            <ac:spMk id="3" creationId="{ED483974-EAB1-D250-5998-7D7E49E6F6BF}"/>
          </ac:spMkLst>
        </pc:spChg>
        <pc:spChg chg="mod">
          <ac:chgData name="Henrique Frizo" userId="ae2d4427cde06074" providerId="LiveId" clId="{C92BCA19-E8C4-452B-83EE-2DBA5B1D4360}" dt="2026-05-17T16:36:43.828" v="7059"/>
          <ac:spMkLst>
            <pc:docMk/>
            <pc:sldMk cId="2575856017" sldId="438"/>
            <ac:spMk id="4" creationId="{CAA16B9F-9314-0948-500E-F90F68EC377C}"/>
          </ac:spMkLst>
        </pc:spChg>
      </pc:sldChg>
      <pc:sldChg chg="addSp modSp add mod">
        <pc:chgData name="Henrique Frizo" userId="ae2d4427cde06074" providerId="LiveId" clId="{C92BCA19-E8C4-452B-83EE-2DBA5B1D4360}" dt="2026-05-17T17:36:00.678" v="7087" actId="1076"/>
        <pc:sldMkLst>
          <pc:docMk/>
          <pc:sldMk cId="3374511295" sldId="439"/>
        </pc:sldMkLst>
        <pc:spChg chg="mod">
          <ac:chgData name="Henrique Frizo" userId="ae2d4427cde06074" providerId="LiveId" clId="{C92BCA19-E8C4-452B-83EE-2DBA5B1D4360}" dt="2026-05-17T17:35:31.848" v="7078" actId="20577"/>
          <ac:spMkLst>
            <pc:docMk/>
            <pc:sldMk cId="3374511295" sldId="439"/>
            <ac:spMk id="3" creationId="{8105838F-10F0-2310-A0D1-A459F9DA845F}"/>
          </ac:spMkLst>
        </pc:spChg>
        <pc:spChg chg="mod">
          <ac:chgData name="Henrique Frizo" userId="ae2d4427cde06074" providerId="LiveId" clId="{C92BCA19-E8C4-452B-83EE-2DBA5B1D4360}" dt="2026-05-17T17:36:00.678" v="7087" actId="1076"/>
          <ac:spMkLst>
            <pc:docMk/>
            <pc:sldMk cId="3374511295" sldId="439"/>
            <ac:spMk id="4" creationId="{5C1E8394-F273-72D4-75AB-9FC6D6A41156}"/>
          </ac:spMkLst>
        </pc:spChg>
        <pc:graphicFrameChg chg="add mod">
          <ac:chgData name="Henrique Frizo" userId="ae2d4427cde06074" providerId="LiveId" clId="{C92BCA19-E8C4-452B-83EE-2DBA5B1D4360}" dt="2026-05-17T17:35:51.365" v="7085"/>
          <ac:graphicFrameMkLst>
            <pc:docMk/>
            <pc:sldMk cId="3374511295" sldId="439"/>
            <ac:graphicFrameMk id="2" creationId="{80901435-AFFB-D73B-7634-F545B9512B01}"/>
          </ac:graphicFrameMkLst>
        </pc:graphicFrameChg>
        <pc:graphicFrameChg chg="add mod">
          <ac:chgData name="Henrique Frizo" userId="ae2d4427cde06074" providerId="LiveId" clId="{C92BCA19-E8C4-452B-83EE-2DBA5B1D4360}" dt="2026-05-17T17:35:56.692" v="7086"/>
          <ac:graphicFrameMkLst>
            <pc:docMk/>
            <pc:sldMk cId="3374511295" sldId="439"/>
            <ac:graphicFrameMk id="6" creationId="{F7A9B6E9-D8F5-44BB-0E76-5BB3C7D39AAB}"/>
          </ac:graphicFrameMkLst>
        </pc:graphicFrameChg>
      </pc:sldChg>
      <pc:sldChg chg="modSp add del ord">
        <pc:chgData name="Henrique Frizo" userId="ae2d4427cde06074" providerId="LiveId" clId="{C92BCA19-E8C4-452B-83EE-2DBA5B1D4360}" dt="2026-05-16T17:23:05.888" v="6319" actId="47"/>
        <pc:sldMkLst>
          <pc:docMk/>
          <pc:sldMk cId="3736363350" sldId="439"/>
        </pc:sldMkLst>
      </pc:sldChg>
      <pc:sldChg chg="addSp delSp modSp add mod delAnim">
        <pc:chgData name="Henrique Frizo" userId="ae2d4427cde06074" providerId="LiveId" clId="{C92BCA19-E8C4-452B-83EE-2DBA5B1D4360}" dt="2026-05-17T18:35:32.614" v="7104" actId="1076"/>
        <pc:sldMkLst>
          <pc:docMk/>
          <pc:sldMk cId="4138548391" sldId="440"/>
        </pc:sldMkLst>
        <pc:spChg chg="mod">
          <ac:chgData name="Henrique Frizo" userId="ae2d4427cde06074" providerId="LiveId" clId="{C92BCA19-E8C4-452B-83EE-2DBA5B1D4360}" dt="2026-05-17T18:35:00.792" v="7101" actId="20577"/>
          <ac:spMkLst>
            <pc:docMk/>
            <pc:sldMk cId="4138548391" sldId="440"/>
            <ac:spMk id="3" creationId="{F759E130-529B-192B-8EA8-F2F01E38C223}"/>
          </ac:spMkLst>
        </pc:spChg>
        <pc:spChg chg="del">
          <ac:chgData name="Henrique Frizo" userId="ae2d4427cde06074" providerId="LiveId" clId="{C92BCA19-E8C4-452B-83EE-2DBA5B1D4360}" dt="2026-05-17T18:35:29.325" v="7102" actId="478"/>
          <ac:spMkLst>
            <pc:docMk/>
            <pc:sldMk cId="4138548391" sldId="440"/>
            <ac:spMk id="4" creationId="{C8F6993F-4201-6386-0F42-F4E0541BCB50}"/>
          </ac:spMkLst>
        </pc:spChg>
        <pc:picChg chg="add mod">
          <ac:chgData name="Henrique Frizo" userId="ae2d4427cde06074" providerId="LiveId" clId="{C92BCA19-E8C4-452B-83EE-2DBA5B1D4360}" dt="2026-05-17T18:35:32.614" v="7104" actId="1076"/>
          <ac:picMkLst>
            <pc:docMk/>
            <pc:sldMk cId="4138548391" sldId="440"/>
            <ac:picMk id="6" creationId="{8FA46E03-2685-73A5-74E2-057A1F4189B2}"/>
          </ac:picMkLst>
        </pc:picChg>
      </pc:sldChg>
      <pc:sldChg chg="modSp add mod ord">
        <pc:chgData name="Henrique Frizo" userId="ae2d4427cde06074" providerId="LiveId" clId="{C92BCA19-E8C4-452B-83EE-2DBA5B1D4360}" dt="2026-05-17T19:01:32.387" v="7124"/>
        <pc:sldMkLst>
          <pc:docMk/>
          <pc:sldMk cId="1251147936" sldId="441"/>
        </pc:sldMkLst>
        <pc:spChg chg="mod">
          <ac:chgData name="Henrique Frizo" userId="ae2d4427cde06074" providerId="LiveId" clId="{C92BCA19-E8C4-452B-83EE-2DBA5B1D4360}" dt="2026-05-17T19:01:02.516" v="7121" actId="20577"/>
          <ac:spMkLst>
            <pc:docMk/>
            <pc:sldMk cId="1251147936" sldId="441"/>
            <ac:spMk id="3" creationId="{1A3C7491-5970-5EF1-1118-6C7558AF3DA4}"/>
          </ac:spMkLst>
        </pc:spChg>
        <pc:spChg chg="mod">
          <ac:chgData name="Henrique Frizo" userId="ae2d4427cde06074" providerId="LiveId" clId="{C92BCA19-E8C4-452B-83EE-2DBA5B1D4360}" dt="2026-05-17T19:01:13.892" v="7122"/>
          <ac:spMkLst>
            <pc:docMk/>
            <pc:sldMk cId="1251147936" sldId="441"/>
            <ac:spMk id="4" creationId="{89A76D0F-60DC-D78B-67C4-F33B5506ECD1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3051077910" sldId="441"/>
        </pc:sldMkLst>
      </pc:sldChg>
      <pc:sldChg chg="modSp add mod">
        <pc:chgData name="Henrique Frizo" userId="ae2d4427cde06074" providerId="LiveId" clId="{C92BCA19-E8C4-452B-83EE-2DBA5B1D4360}" dt="2026-05-17T21:53:11.867" v="7159" actId="403"/>
        <pc:sldMkLst>
          <pc:docMk/>
          <pc:sldMk cId="3129663443" sldId="442"/>
        </pc:sldMkLst>
        <pc:spChg chg="mod">
          <ac:chgData name="Henrique Frizo" userId="ae2d4427cde06074" providerId="LiveId" clId="{C92BCA19-E8C4-452B-83EE-2DBA5B1D4360}" dt="2026-05-17T19:01:39.750" v="7132" actId="20577"/>
          <ac:spMkLst>
            <pc:docMk/>
            <pc:sldMk cId="3129663443" sldId="442"/>
            <ac:spMk id="3" creationId="{F7CF68A1-7C44-5108-F8F3-37B7868E8BF0}"/>
          </ac:spMkLst>
        </pc:spChg>
        <pc:spChg chg="mod">
          <ac:chgData name="Henrique Frizo" userId="ae2d4427cde06074" providerId="LiveId" clId="{C92BCA19-E8C4-452B-83EE-2DBA5B1D4360}" dt="2026-05-17T21:53:11.867" v="7159" actId="403"/>
          <ac:spMkLst>
            <pc:docMk/>
            <pc:sldMk cId="3129663443" sldId="442"/>
            <ac:spMk id="4" creationId="{011BE593-C460-B921-0AB3-C7B80ADD234D}"/>
          </ac:spMkLst>
        </pc:spChg>
      </pc:sldChg>
      <pc:sldChg chg="modSp add mod">
        <pc:chgData name="Henrique Frizo" userId="ae2d4427cde06074" providerId="LiveId" clId="{C92BCA19-E8C4-452B-83EE-2DBA5B1D4360}" dt="2026-05-17T21:59:09.470" v="7169" actId="1076"/>
        <pc:sldMkLst>
          <pc:docMk/>
          <pc:sldMk cId="2480075338" sldId="443"/>
        </pc:sldMkLst>
        <pc:spChg chg="mod">
          <ac:chgData name="Henrique Frizo" userId="ae2d4427cde06074" providerId="LiveId" clId="{C92BCA19-E8C4-452B-83EE-2DBA5B1D4360}" dt="2026-05-17T21:59:09.470" v="7169" actId="1076"/>
          <ac:spMkLst>
            <pc:docMk/>
            <pc:sldMk cId="2480075338" sldId="443"/>
            <ac:spMk id="4" creationId="{BB8CDEE3-DCC1-58B1-3152-F5E0B4E71F1D}"/>
          </ac:spMkLst>
        </pc:spChg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3158832900" sldId="445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3583333848" sldId="446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1033636742" sldId="447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3935875013" sldId="449"/>
        </pc:sldMkLst>
      </pc:sldChg>
      <pc:sldChg chg="modSp add del">
        <pc:chgData name="Henrique Frizo" userId="ae2d4427cde06074" providerId="LiveId" clId="{C92BCA19-E8C4-452B-83EE-2DBA5B1D4360}" dt="2026-05-16T17:23:05.888" v="6319" actId="47"/>
        <pc:sldMkLst>
          <pc:docMk/>
          <pc:sldMk cId="2043952699" sldId="450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1395382028" sldId="451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2616800606" sldId="452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4130745819" sldId="453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1031350947" sldId="454"/>
        </pc:sldMkLst>
      </pc:sldChg>
      <pc:sldChg chg="modSp add del mod">
        <pc:chgData name="Henrique Frizo" userId="ae2d4427cde06074" providerId="LiveId" clId="{C92BCA19-E8C4-452B-83EE-2DBA5B1D4360}" dt="2026-05-16T17:23:05.888" v="6319" actId="47"/>
        <pc:sldMkLst>
          <pc:docMk/>
          <pc:sldMk cId="908224107" sldId="455"/>
        </pc:sldMkLst>
      </pc:sldChg>
      <pc:sldChg chg="modSp add del">
        <pc:chgData name="Henrique Frizo" userId="ae2d4427cde06074" providerId="LiveId" clId="{C92BCA19-E8C4-452B-83EE-2DBA5B1D4360}" dt="2026-05-16T17:23:05.888" v="6319" actId="47"/>
        <pc:sldMkLst>
          <pc:docMk/>
          <pc:sldMk cId="2141148984" sldId="456"/>
        </pc:sldMkLst>
      </pc:sldChg>
      <pc:sldChg chg="modSp add del">
        <pc:chgData name="Henrique Frizo" userId="ae2d4427cde06074" providerId="LiveId" clId="{C92BCA19-E8C4-452B-83EE-2DBA5B1D4360}" dt="2026-05-16T17:23:05.888" v="6319" actId="47"/>
        <pc:sldMkLst>
          <pc:docMk/>
          <pc:sldMk cId="2170030103" sldId="457"/>
        </pc:sldMkLst>
      </pc:sldChg>
      <pc:sldChg chg="modSp add del">
        <pc:chgData name="Henrique Frizo" userId="ae2d4427cde06074" providerId="LiveId" clId="{C92BCA19-E8C4-452B-83EE-2DBA5B1D4360}" dt="2026-05-16T17:23:05.888" v="6319" actId="47"/>
        <pc:sldMkLst>
          <pc:docMk/>
          <pc:sldMk cId="3255753279" sldId="458"/>
        </pc:sldMkLst>
      </pc:sldChg>
      <pc:sldChg chg="modSp add del">
        <pc:chgData name="Henrique Frizo" userId="ae2d4427cde06074" providerId="LiveId" clId="{C92BCA19-E8C4-452B-83EE-2DBA5B1D4360}" dt="2026-05-16T17:23:05.888" v="6319" actId="47"/>
        <pc:sldMkLst>
          <pc:docMk/>
          <pc:sldMk cId="1822332325" sldId="4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E88AAAE-5778-C674-71ED-37F757B1C2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1F0F96-A036-157D-BA29-C637834D1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A8D4F-B243-4166-B65D-26C99B564580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059A78-89E6-A911-9851-F98F26283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81DF29-3E6C-4CCA-C462-FA39718035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F6695-DC1E-495A-B700-BF32E5303B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54020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0AC5A-29F8-4B7B-BD21-C77ABD64D5FA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DC577-62FA-4F60-AD5B-292267E624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589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9992AE1A-6D4E-F2B3-ADEF-E40A729E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a636c3702_0_110:notes">
            <a:extLst>
              <a:ext uri="{FF2B5EF4-FFF2-40B4-BE49-F238E27FC236}">
                <a16:creationId xmlns:a16="http://schemas.microsoft.com/office/drawing/2014/main" id="{D8BBD873-5D3C-EA7E-FB78-699E0DA41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5a636c3702_0_110:notes">
            <a:extLst>
              <a:ext uri="{FF2B5EF4-FFF2-40B4-BE49-F238E27FC236}">
                <a16:creationId xmlns:a16="http://schemas.microsoft.com/office/drawing/2014/main" id="{39CCF592-3BF6-9B0A-FDA7-8A08F83F1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3081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C2D41218-6A23-3006-D09D-5F7654E92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a636c3702_0_110:notes">
            <a:extLst>
              <a:ext uri="{FF2B5EF4-FFF2-40B4-BE49-F238E27FC236}">
                <a16:creationId xmlns:a16="http://schemas.microsoft.com/office/drawing/2014/main" id="{4121E584-BEEA-9627-2450-99617956D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5a636c3702_0_110:notes">
            <a:extLst>
              <a:ext uri="{FF2B5EF4-FFF2-40B4-BE49-F238E27FC236}">
                <a16:creationId xmlns:a16="http://schemas.microsoft.com/office/drawing/2014/main" id="{2C16B604-B6B8-37C2-8DE5-354C6EFF3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996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10.sv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Slide de título [PDF]" preserve="1">
  <p:cSld name="Slide capa">
    <p:bg>
      <p:bgPr>
        <a:solidFill>
          <a:srgbClr val="01080E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>
            <a:spLocks noGrp="1"/>
          </p:cNvSpPr>
          <p:nvPr>
            <p:ph type="pic" idx="2"/>
          </p:nvPr>
        </p:nvSpPr>
        <p:spPr>
          <a:xfrm>
            <a:off x="6876960" y="992264"/>
            <a:ext cx="7221120" cy="6005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576480" y="2459343"/>
            <a:ext cx="8243670" cy="96023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Chakra Petch"/>
              <a:buNone/>
              <a:defRPr sz="5600" b="1">
                <a:solidFill>
                  <a:schemeClr val="bg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9pPr>
          </a:lstStyle>
          <a:p>
            <a:endParaRPr lang="pt-BR"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 idx="3"/>
          </p:nvPr>
        </p:nvSpPr>
        <p:spPr>
          <a:xfrm>
            <a:off x="576480" y="4167120"/>
            <a:ext cx="5895360" cy="53922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BE96D"/>
              </a:buClr>
              <a:buSzPts val="1600"/>
              <a:buFont typeface="Inter Light"/>
              <a:buNone/>
              <a:defRPr sz="2560" b="0">
                <a:solidFill>
                  <a:schemeClr val="bg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DEC7"/>
              </a:buClr>
              <a:buSzPts val="1600"/>
              <a:buFont typeface="Inter Light"/>
              <a:buNone/>
              <a:defRPr sz="2560" b="0">
                <a:solidFill>
                  <a:srgbClr val="FFDEC7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DEC7"/>
              </a:buClr>
              <a:buSzPts val="1600"/>
              <a:buFont typeface="Inter Light"/>
              <a:buNone/>
              <a:defRPr sz="2560" b="0">
                <a:solidFill>
                  <a:srgbClr val="FFDEC7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DEC7"/>
              </a:buClr>
              <a:buSzPts val="1600"/>
              <a:buFont typeface="Inter Light"/>
              <a:buNone/>
              <a:defRPr sz="2560" b="0">
                <a:solidFill>
                  <a:srgbClr val="FFDEC7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DEC7"/>
              </a:buClr>
              <a:buSzPts val="1600"/>
              <a:buFont typeface="Inter Light"/>
              <a:buNone/>
              <a:defRPr sz="2560" b="0">
                <a:solidFill>
                  <a:srgbClr val="FFDEC7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DEC7"/>
              </a:buClr>
              <a:buSzPts val="1600"/>
              <a:buFont typeface="Inter Light"/>
              <a:buNone/>
              <a:defRPr sz="2560" b="0">
                <a:solidFill>
                  <a:srgbClr val="FFDEC7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DEC7"/>
              </a:buClr>
              <a:buSzPts val="1600"/>
              <a:buFont typeface="Inter Light"/>
              <a:buNone/>
              <a:defRPr sz="2560" b="0">
                <a:solidFill>
                  <a:srgbClr val="FFDEC7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DEC7"/>
              </a:buClr>
              <a:buSzPts val="1600"/>
              <a:buFont typeface="Inter Light"/>
              <a:buNone/>
              <a:defRPr sz="2560" b="0">
                <a:solidFill>
                  <a:srgbClr val="FFDEC7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DEC7"/>
              </a:buClr>
              <a:buSzPts val="1600"/>
              <a:buFont typeface="Inter Light"/>
              <a:buNone/>
              <a:defRPr sz="2560" b="0">
                <a:solidFill>
                  <a:srgbClr val="FFDEC7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4"/>
          </p:nvPr>
        </p:nvSpPr>
        <p:spPr>
          <a:xfrm>
            <a:off x="576480" y="7236461"/>
            <a:ext cx="6300480" cy="40623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Medium"/>
              <a:buNone/>
              <a:defRPr sz="16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pic>
        <p:nvPicPr>
          <p:cNvPr id="28" name="Google Shape;28;p4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6481" y="433736"/>
            <a:ext cx="917026" cy="42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 rot="10800000" flipH="1">
            <a:off x="6879600" y="6997122"/>
            <a:ext cx="7215840" cy="801600"/>
          </a:xfrm>
          <a:prstGeom prst="snip1Rect">
            <a:avLst>
              <a:gd name="adj" fmla="val 50000"/>
            </a:avLst>
          </a:prstGeom>
          <a:solidFill>
            <a:srgbClr val="2BDEFD"/>
          </a:solidFill>
          <a:ln w="9525" cap="flat" cmpd="sng">
            <a:solidFill>
              <a:srgbClr val="2BD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80"/>
              <a:t>      </a:t>
            </a:r>
            <a:endParaRPr sz="2880"/>
          </a:p>
        </p:txBody>
      </p:sp>
      <p:sp>
        <p:nvSpPr>
          <p:cNvPr id="30" name="Google Shape;30;p4"/>
          <p:cNvSpPr txBox="1"/>
          <p:nvPr/>
        </p:nvSpPr>
        <p:spPr>
          <a:xfrm>
            <a:off x="7412640" y="7255092"/>
            <a:ext cx="477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1080E"/>
                </a:solidFill>
                <a:latin typeface="Chakra Petch"/>
                <a:ea typeface="Chakra Petch"/>
                <a:cs typeface="Chakra Petch"/>
                <a:sym typeface="Chakra Petch"/>
              </a:rPr>
              <a:t>MERGULHE</a:t>
            </a:r>
            <a:r>
              <a:rPr lang="pt-BR" sz="1800">
                <a:solidFill>
                  <a:srgbClr val="01080E"/>
                </a:solidFill>
                <a:latin typeface="Chakra Petch"/>
                <a:ea typeface="Chakra Petch"/>
                <a:cs typeface="Chakra Petch"/>
                <a:sym typeface="Chakra Petch"/>
              </a:rPr>
              <a:t> EM TECNOLOGIA_</a:t>
            </a:r>
            <a:endParaRPr sz="1800" b="1">
              <a:solidFill>
                <a:srgbClr val="01080E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E26D2DE-15D9-CDB3-3DE8-9DE2567917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98733" y="7214032"/>
            <a:ext cx="487375" cy="318549"/>
          </a:xfrm>
          <a:prstGeom prst="rect">
            <a:avLst/>
          </a:prstGeom>
        </p:spPr>
      </p:pic>
      <p:sp>
        <p:nvSpPr>
          <p:cNvPr id="7" name="Freeform 27">
            <a:extLst>
              <a:ext uri="{FF2B5EF4-FFF2-40B4-BE49-F238E27FC236}">
                <a16:creationId xmlns:a16="http://schemas.microsoft.com/office/drawing/2014/main" id="{7B772751-80F6-E69E-5D5C-B98B239161B3}"/>
              </a:ext>
            </a:extLst>
          </p:cNvPr>
          <p:cNvSpPr/>
          <p:nvPr/>
        </p:nvSpPr>
        <p:spPr>
          <a:xfrm>
            <a:off x="6876960" y="439513"/>
            <a:ext cx="1087951" cy="294781"/>
          </a:xfrm>
          <a:custGeom>
            <a:avLst/>
            <a:gdLst/>
            <a:ahLst/>
            <a:cxnLst/>
            <a:rect l="l" t="t" r="r" b="b"/>
            <a:pathLst>
              <a:path w="1450601" h="393042">
                <a:moveTo>
                  <a:pt x="1450601" y="0"/>
                </a:moveTo>
                <a:lnTo>
                  <a:pt x="0" y="0"/>
                </a:lnTo>
                <a:lnTo>
                  <a:pt x="0" y="393042"/>
                </a:lnTo>
                <a:lnTo>
                  <a:pt x="1450601" y="393042"/>
                </a:lnTo>
                <a:lnTo>
                  <a:pt x="14506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24" name="Gráfico 23">
            <a:extLst>
              <a:ext uri="{FF2B5EF4-FFF2-40B4-BE49-F238E27FC236}">
                <a16:creationId xmlns:a16="http://schemas.microsoft.com/office/drawing/2014/main" id="{DF5C538F-0F76-7A86-5AE8-C3115161EF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85903" y="14656"/>
            <a:ext cx="2335963" cy="19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83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Subtítulo Aula [Temas Aprofundados]">
  <p:cSld name="Título apenas">
    <p:bg>
      <p:bgPr>
        <a:solidFill>
          <a:srgbClr val="01080E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Uma imagem contendo edifício, trem, bicicleta, pista&#10;&#10;O conteúdo gerado por IA pode estar incorreto.">
            <a:extLst>
              <a:ext uri="{FF2B5EF4-FFF2-40B4-BE49-F238E27FC236}">
                <a16:creationId xmlns:a16="http://schemas.microsoft.com/office/drawing/2014/main" id="{35856EE7-EA7D-9256-7990-02664EE43F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1000"/>
                    </a14:imgEffect>
                    <a14:imgEffect>
                      <a14:brightnessContrast bright="-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38" t="41" r="14514" b="26972"/>
          <a:stretch/>
        </p:blipFill>
        <p:spPr>
          <a:xfrm>
            <a:off x="0" y="4587"/>
            <a:ext cx="14630400" cy="822501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838ACAB4-5781-2A43-35DC-38F6288B71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424" y="406400"/>
            <a:ext cx="3736318" cy="7554304"/>
          </a:xfrm>
          <a:prstGeom prst="rect">
            <a:avLst/>
          </a:prstGeom>
        </p:spPr>
      </p:pic>
      <p:sp>
        <p:nvSpPr>
          <p:cNvPr id="70" name="Google Shape;70;p7"/>
          <p:cNvSpPr txBox="1">
            <a:spLocks noGrp="1"/>
          </p:cNvSpPr>
          <p:nvPr>
            <p:ph type="title" hasCustomPrompt="1"/>
          </p:nvPr>
        </p:nvSpPr>
        <p:spPr>
          <a:xfrm>
            <a:off x="1152000" y="2185520"/>
            <a:ext cx="9759840" cy="173583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Chakra Petch"/>
              <a:buNone/>
              <a:defRPr sz="5600" b="1">
                <a:solidFill>
                  <a:srgbClr val="DBE4EF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5600"/>
            </a:lvl9pPr>
          </a:lstStyle>
          <a:p>
            <a:r>
              <a:rPr lang="pt-BR"/>
              <a:t>O TÍTULO DEVE SEMPRE ESTAR EM CAIXA ALTA</a:t>
            </a:r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title" idx="2"/>
          </p:nvPr>
        </p:nvSpPr>
        <p:spPr>
          <a:xfrm>
            <a:off x="1152000" y="1412221"/>
            <a:ext cx="10117920" cy="62783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BE96D"/>
              </a:buClr>
              <a:buSzPts val="2000"/>
              <a:buFont typeface="Inter Light"/>
              <a:buNone/>
              <a:defRPr sz="3200" b="0">
                <a:solidFill>
                  <a:srgbClr val="2BDEFD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Inter Light"/>
              <a:buNone/>
              <a:defRPr sz="3200" b="0">
                <a:solidFill>
                  <a:srgbClr val="F9CB9C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Inter Light"/>
              <a:buNone/>
              <a:defRPr sz="3200" b="0">
                <a:solidFill>
                  <a:srgbClr val="F9CB9C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Inter Light"/>
              <a:buNone/>
              <a:defRPr sz="3200" b="0">
                <a:solidFill>
                  <a:srgbClr val="F9CB9C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Inter Light"/>
              <a:buNone/>
              <a:defRPr sz="3200" b="0">
                <a:solidFill>
                  <a:srgbClr val="F9CB9C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Inter Light"/>
              <a:buNone/>
              <a:defRPr sz="3200" b="0">
                <a:solidFill>
                  <a:srgbClr val="F9CB9C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Inter Light"/>
              <a:buNone/>
              <a:defRPr sz="3200" b="0">
                <a:solidFill>
                  <a:srgbClr val="F9CB9C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Inter Light"/>
              <a:buNone/>
              <a:defRPr sz="3200" b="0">
                <a:solidFill>
                  <a:srgbClr val="F9CB9C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9CB9C"/>
              </a:buClr>
              <a:buSzPts val="2000"/>
              <a:buFont typeface="Inter Light"/>
              <a:buNone/>
              <a:defRPr sz="3200" b="0">
                <a:solidFill>
                  <a:srgbClr val="F9CB9C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pic>
        <p:nvPicPr>
          <p:cNvPr id="73" name="Google Shape;7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843" y="7475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tângulo: Cantos Superiores Recortados 6">
            <a:extLst>
              <a:ext uri="{FF2B5EF4-FFF2-40B4-BE49-F238E27FC236}">
                <a16:creationId xmlns:a16="http://schemas.microsoft.com/office/drawing/2014/main" id="{60A2DA31-C341-4E86-6361-B1F937D480CC}"/>
              </a:ext>
            </a:extLst>
          </p:cNvPr>
          <p:cNvSpPr/>
          <p:nvPr userDrawn="1"/>
        </p:nvSpPr>
        <p:spPr>
          <a:xfrm>
            <a:off x="536709" y="1435100"/>
            <a:ext cx="99050" cy="610870"/>
          </a:xfrm>
          <a:prstGeom prst="snip2SameRect">
            <a:avLst>
              <a:gd name="adj1" fmla="val 30130"/>
              <a:gd name="adj2" fmla="val 26926"/>
            </a:avLst>
          </a:prstGeom>
          <a:solidFill>
            <a:srgbClr val="2BD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Superiores, Um Arredondado e Um Recortado 7">
            <a:extLst>
              <a:ext uri="{FF2B5EF4-FFF2-40B4-BE49-F238E27FC236}">
                <a16:creationId xmlns:a16="http://schemas.microsoft.com/office/drawing/2014/main" id="{73DC45CF-7330-F983-2EA0-FE7CE25BF2A2}"/>
              </a:ext>
            </a:extLst>
          </p:cNvPr>
          <p:cNvSpPr/>
          <p:nvPr userDrawn="1"/>
        </p:nvSpPr>
        <p:spPr>
          <a:xfrm rot="10800000">
            <a:off x="13094969" y="406399"/>
            <a:ext cx="1205228" cy="413029"/>
          </a:xfrm>
          <a:prstGeom prst="snipRoundRect">
            <a:avLst>
              <a:gd name="adj1" fmla="val 0"/>
              <a:gd name="adj2" fmla="val 37576"/>
            </a:avLst>
          </a:prstGeom>
          <a:solidFill>
            <a:srgbClr val="167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" name="Group 68">
            <a:extLst>
              <a:ext uri="{FF2B5EF4-FFF2-40B4-BE49-F238E27FC236}">
                <a16:creationId xmlns:a16="http://schemas.microsoft.com/office/drawing/2014/main" id="{2F62D140-2070-4D7A-F06D-28E34E23CAF4}"/>
              </a:ext>
            </a:extLst>
          </p:cNvPr>
          <p:cNvGrpSpPr/>
          <p:nvPr userDrawn="1"/>
        </p:nvGrpSpPr>
        <p:grpSpPr>
          <a:xfrm>
            <a:off x="14007860" y="546789"/>
            <a:ext cx="120653" cy="120653"/>
            <a:chOff x="4794097" y="1588576"/>
            <a:chExt cx="1242493" cy="1242490"/>
          </a:xfrm>
        </p:grpSpPr>
        <p:sp>
          <p:nvSpPr>
            <p:cNvPr id="11" name="Freeform 70">
              <a:extLst>
                <a:ext uri="{FF2B5EF4-FFF2-40B4-BE49-F238E27FC236}">
                  <a16:creationId xmlns:a16="http://schemas.microsoft.com/office/drawing/2014/main" id="{3D39B82E-FB1F-8A8D-F4C6-329350B1CDB3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rgbClr val="0108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cxnSp>
          <p:nvCxnSpPr>
            <p:cNvPr id="12" name="Straight Connector 71">
              <a:extLst>
                <a:ext uri="{FF2B5EF4-FFF2-40B4-BE49-F238E27FC236}">
                  <a16:creationId xmlns:a16="http://schemas.microsoft.com/office/drawing/2014/main" id="{1F481CDF-DDE7-8A97-C2F0-A9A5396076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097" y="1588576"/>
              <a:ext cx="1242490" cy="1242490"/>
            </a:xfrm>
            <a:prstGeom prst="line">
              <a:avLst/>
            </a:prstGeom>
            <a:ln w="12700">
              <a:solidFill>
                <a:srgbClr val="01080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Subtitle 4">
            <a:extLst>
              <a:ext uri="{FF2B5EF4-FFF2-40B4-BE49-F238E27FC236}">
                <a16:creationId xmlns:a16="http://schemas.microsoft.com/office/drawing/2014/main" id="{1781735B-6309-CA07-DF88-7F2645541711}"/>
              </a:ext>
            </a:extLst>
          </p:cNvPr>
          <p:cNvSpPr txBox="1">
            <a:spLocks/>
          </p:cNvSpPr>
          <p:nvPr userDrawn="1"/>
        </p:nvSpPr>
        <p:spPr>
          <a:xfrm>
            <a:off x="13260049" y="428293"/>
            <a:ext cx="740664" cy="31192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solidFill>
                  <a:srgbClr val="01080E"/>
                </a:solidFill>
                <a:latin typeface="Chakra Petch" panose="00000500000000000000" pitchFamily="2" charset="-34"/>
                <a:cs typeface="Chakra Petch" panose="00000500000000000000" pitchFamily="2" charset="-34"/>
              </a:rPr>
              <a:t>alura</a:t>
            </a:r>
          </a:p>
        </p:txBody>
      </p:sp>
    </p:spTree>
    <p:extLst>
      <p:ext uri="{BB962C8B-B14F-4D97-AF65-F5344CB8AC3E}">
        <p14:creationId xmlns:p14="http://schemas.microsoft.com/office/powerpoint/2010/main" val="3017975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ter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Porta de vidro&#10;&#10;O conteúdo gerado por IA pode estar incorreto.">
            <a:extLst>
              <a:ext uri="{FF2B5EF4-FFF2-40B4-BE49-F238E27FC236}">
                <a16:creationId xmlns:a16="http://schemas.microsoft.com/office/drawing/2014/main" id="{D49E6744-8641-76A0-9A62-9872FAAAA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8000"/>
                    </a14:imgEffect>
                    <a14:imgEffect>
                      <a14:brightnessContrast bright="-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206" t="1805" b="8173"/>
          <a:stretch/>
        </p:blipFill>
        <p:spPr>
          <a:xfrm>
            <a:off x="28926" y="-1"/>
            <a:ext cx="14601473" cy="8225013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3DBF8975-D8D7-B49D-A1BA-3A9B493708F3}"/>
              </a:ext>
            </a:extLst>
          </p:cNvPr>
          <p:cNvGrpSpPr/>
          <p:nvPr userDrawn="1"/>
        </p:nvGrpSpPr>
        <p:grpSpPr>
          <a:xfrm rot="5400000">
            <a:off x="6639541" y="-824108"/>
            <a:ext cx="1353482" cy="14628238"/>
            <a:chOff x="0" y="0"/>
            <a:chExt cx="445656" cy="4816593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63EB347-143C-3798-68AF-FB3F749ED5C6}"/>
                </a:ext>
              </a:extLst>
            </p:cNvPr>
            <p:cNvSpPr/>
            <p:nvPr/>
          </p:nvSpPr>
          <p:spPr>
            <a:xfrm>
              <a:off x="0" y="0"/>
              <a:ext cx="445656" cy="4816592"/>
            </a:xfrm>
            <a:custGeom>
              <a:avLst/>
              <a:gdLst/>
              <a:ahLst/>
              <a:cxnLst/>
              <a:rect l="l" t="t" r="r" b="b"/>
              <a:pathLst>
                <a:path w="445656" h="4816592">
                  <a:moveTo>
                    <a:pt x="0" y="0"/>
                  </a:moveTo>
                  <a:lnTo>
                    <a:pt x="445656" y="0"/>
                  </a:lnTo>
                  <a:lnTo>
                    <a:pt x="445656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01080E">
                    <a:alpha val="100000"/>
                  </a:srgbClr>
                </a:gs>
                <a:gs pos="50000">
                  <a:srgbClr val="01080E">
                    <a:alpha val="94500"/>
                  </a:srgbClr>
                </a:gs>
                <a:gs pos="100000">
                  <a:srgbClr val="01080E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89C9770F-5AD4-FC6A-2583-B68F65E412EE}"/>
                </a:ext>
              </a:extLst>
            </p:cNvPr>
            <p:cNvSpPr txBox="1"/>
            <p:nvPr/>
          </p:nvSpPr>
          <p:spPr>
            <a:xfrm>
              <a:off x="0" y="9525"/>
              <a:ext cx="445656" cy="4807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pic>
        <p:nvPicPr>
          <p:cNvPr id="27" name="Gráfico 26">
            <a:extLst>
              <a:ext uri="{FF2B5EF4-FFF2-40B4-BE49-F238E27FC236}">
                <a16:creationId xmlns:a16="http://schemas.microsoft.com/office/drawing/2014/main" id="{97A53B91-C249-1BB5-3D7D-03B43510615D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-14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00" y="5835015"/>
            <a:ext cx="2645446" cy="2394585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05D57991-9E6F-75BB-74FA-0A251D6D3393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-14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996528" y="0"/>
            <a:ext cx="2215775" cy="186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77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ter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Estação de metrô&#10;&#10;O conteúdo gerado por IA pode estar incorreto.">
            <a:extLst>
              <a:ext uri="{FF2B5EF4-FFF2-40B4-BE49-F238E27FC236}">
                <a16:creationId xmlns:a16="http://schemas.microsoft.com/office/drawing/2014/main" id="{DF563B6B-EE23-1B48-18A5-1CBE21016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379" t="3072" r="1797" b="6104"/>
          <a:stretch/>
        </p:blipFill>
        <p:spPr>
          <a:xfrm>
            <a:off x="0" y="4587"/>
            <a:ext cx="14630400" cy="8220425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107A496-B2EA-5780-BC7B-326F454FA8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00" y="5835015"/>
            <a:ext cx="2645446" cy="239458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E38FEB3A-7DCE-93EC-C220-4271F750C0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996528" y="0"/>
            <a:ext cx="2215775" cy="186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35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3">
            <a:extLst>
              <a:ext uri="{FF2B5EF4-FFF2-40B4-BE49-F238E27FC236}">
                <a16:creationId xmlns:a16="http://schemas.microsoft.com/office/drawing/2014/main" id="{244028D3-BB99-B560-F714-303BF6968639}"/>
              </a:ext>
            </a:extLst>
          </p:cNvPr>
          <p:cNvGrpSpPr/>
          <p:nvPr userDrawn="1"/>
        </p:nvGrpSpPr>
        <p:grpSpPr>
          <a:xfrm rot="16200000" flipH="1">
            <a:off x="8667952" y="7536352"/>
            <a:ext cx="290618" cy="290618"/>
            <a:chOff x="4794103" y="1588576"/>
            <a:chExt cx="1242488" cy="1242488"/>
          </a:xfrm>
        </p:grpSpPr>
        <p:sp>
          <p:nvSpPr>
            <p:cNvPr id="5" name="Freeform 50">
              <a:extLst>
                <a:ext uri="{FF2B5EF4-FFF2-40B4-BE49-F238E27FC236}">
                  <a16:creationId xmlns:a16="http://schemas.microsoft.com/office/drawing/2014/main" id="{0F17B12D-F29E-7120-B290-ED45313285F4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9">
              <a:extLst>
                <a:ext uri="{FF2B5EF4-FFF2-40B4-BE49-F238E27FC236}">
                  <a16:creationId xmlns:a16="http://schemas.microsoft.com/office/drawing/2014/main" id="{B6419C85-98B7-4514-1E13-A46D05D91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103" y="1588577"/>
              <a:ext cx="1242488" cy="1242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Espaço Reservado para Imagem 6">
            <a:extLst>
              <a:ext uri="{FF2B5EF4-FFF2-40B4-BE49-F238E27FC236}">
                <a16:creationId xmlns:a16="http://schemas.microsoft.com/office/drawing/2014/main" id="{4C629FF8-8BE8-1EC5-FFBF-CD218F6325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43938" y="406400"/>
            <a:ext cx="5573712" cy="7416800"/>
          </a:xfrm>
          <a:prstGeom prst="snip2DiagRect">
            <a:avLst>
              <a:gd name="adj1" fmla="val 0"/>
              <a:gd name="adj2" fmla="val 15730"/>
            </a:avLst>
          </a:prstGeom>
          <a:ln w="6350">
            <a:solidFill>
              <a:srgbClr val="2BDEFD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614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 e tex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460;p34">
            <a:extLst>
              <a:ext uri="{FF2B5EF4-FFF2-40B4-BE49-F238E27FC236}">
                <a16:creationId xmlns:a16="http://schemas.microsoft.com/office/drawing/2014/main" id="{E5439618-B474-04BB-7F21-E2DC8158F216}"/>
              </a:ext>
            </a:extLst>
          </p:cNvPr>
          <p:cNvSpPr/>
          <p:nvPr userDrawn="1"/>
        </p:nvSpPr>
        <p:spPr>
          <a:xfrm>
            <a:off x="640320" y="1864120"/>
            <a:ext cx="6674880" cy="418560"/>
          </a:xfrm>
          <a:prstGeom prst="snip2DiagRect">
            <a:avLst>
              <a:gd name="adj1" fmla="val 50000"/>
              <a:gd name="adj2" fmla="val 0"/>
            </a:avLst>
          </a:prstGeom>
          <a:noFill/>
          <a:ln w="6350">
            <a:solidFill>
              <a:srgbClr val="2BDEFD"/>
            </a:solidFill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endParaRPr sz="1440" b="1">
              <a:solidFill>
                <a:srgbClr val="00F4B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62A2DAB6-561A-80FD-0083-A322E1541C7F}"/>
              </a:ext>
            </a:extLst>
          </p:cNvPr>
          <p:cNvSpPr/>
          <p:nvPr userDrawn="1"/>
        </p:nvSpPr>
        <p:spPr>
          <a:xfrm>
            <a:off x="7250430" y="2156950"/>
            <a:ext cx="251460" cy="251460"/>
          </a:xfrm>
          <a:prstGeom prst="ellipse">
            <a:avLst/>
          </a:prstGeom>
          <a:solidFill>
            <a:srgbClr val="2BD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DD1500B9-0AD7-0152-5972-DEC5E4FDA0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9488" y="2207485"/>
            <a:ext cx="93345" cy="150390"/>
          </a:xfrm>
          <a:prstGeom prst="rect">
            <a:avLst/>
          </a:prstGeom>
        </p:spPr>
      </p:pic>
      <p:sp>
        <p:nvSpPr>
          <p:cNvPr id="35" name="Google Shape;463;p34">
            <a:extLst>
              <a:ext uri="{FF2B5EF4-FFF2-40B4-BE49-F238E27FC236}">
                <a16:creationId xmlns:a16="http://schemas.microsoft.com/office/drawing/2014/main" id="{AD960460-5EFC-4214-0D8E-2495AF95F870}"/>
              </a:ext>
            </a:extLst>
          </p:cNvPr>
          <p:cNvSpPr txBox="1"/>
          <p:nvPr userDrawn="1"/>
        </p:nvSpPr>
        <p:spPr>
          <a:xfrm>
            <a:off x="576480" y="418390"/>
            <a:ext cx="2222138" cy="30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28800" rIns="28800" bIns="28800" anchor="t" anchorCtr="0">
            <a:spAutoFit/>
          </a:bodyPr>
          <a:lstStyle/>
          <a:p>
            <a:r>
              <a:rPr lang="pt-BR" sz="800">
                <a:solidFill>
                  <a:srgbClr val="2BDEFD"/>
                </a:solidFill>
                <a:latin typeface="Chakra Petch"/>
                <a:ea typeface="Chakra Petch"/>
                <a:cs typeface="Chakra Petch"/>
                <a:sym typeface="Chakra Petch"/>
              </a:rPr>
              <a:t>01000110 11110011 01110010 01110101 01101101 00100000 01001111 01110000 01110011 </a:t>
            </a:r>
            <a:endParaRPr sz="640">
              <a:solidFill>
                <a:srgbClr val="2BDEFD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grpSp>
        <p:nvGrpSpPr>
          <p:cNvPr id="36" name="Google Shape;465;p34">
            <a:extLst>
              <a:ext uri="{FF2B5EF4-FFF2-40B4-BE49-F238E27FC236}">
                <a16:creationId xmlns:a16="http://schemas.microsoft.com/office/drawing/2014/main" id="{66438DAD-97AA-2CF4-EDFD-175C631EEBE9}"/>
              </a:ext>
            </a:extLst>
          </p:cNvPr>
          <p:cNvGrpSpPr/>
          <p:nvPr userDrawn="1"/>
        </p:nvGrpSpPr>
        <p:grpSpPr>
          <a:xfrm>
            <a:off x="13378680" y="418403"/>
            <a:ext cx="921520" cy="249686"/>
            <a:chOff x="7753075" y="465125"/>
            <a:chExt cx="1056208" cy="230100"/>
          </a:xfrm>
          <a:solidFill>
            <a:srgbClr val="2BDEFD"/>
          </a:solidFill>
        </p:grpSpPr>
        <p:sp>
          <p:nvSpPr>
            <p:cNvPr id="37" name="Google Shape;466;p34">
              <a:extLst>
                <a:ext uri="{FF2B5EF4-FFF2-40B4-BE49-F238E27FC236}">
                  <a16:creationId xmlns:a16="http://schemas.microsoft.com/office/drawing/2014/main" id="{E8DF6012-EF3C-4CEA-3A3B-28E827A67D67}"/>
                </a:ext>
              </a:extLst>
            </p:cNvPr>
            <p:cNvSpPr/>
            <p:nvPr/>
          </p:nvSpPr>
          <p:spPr>
            <a:xfrm>
              <a:off x="8574383" y="465125"/>
              <a:ext cx="234900" cy="230100"/>
            </a:xfrm>
            <a:prstGeom prst="parallelogram">
              <a:avLst>
                <a:gd name="adj" fmla="val 70447"/>
              </a:avLst>
            </a:pr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rgbClr val="F0A096"/>
                </a:solidFill>
              </a:endParaRPr>
            </a:p>
          </p:txBody>
        </p:sp>
        <p:sp>
          <p:nvSpPr>
            <p:cNvPr id="38" name="Google Shape;467;p34">
              <a:extLst>
                <a:ext uri="{FF2B5EF4-FFF2-40B4-BE49-F238E27FC236}">
                  <a16:creationId xmlns:a16="http://schemas.microsoft.com/office/drawing/2014/main" id="{32A1C3BF-80A2-2562-0E94-9A7A537808C5}"/>
                </a:ext>
              </a:extLst>
            </p:cNvPr>
            <p:cNvSpPr/>
            <p:nvPr/>
          </p:nvSpPr>
          <p:spPr>
            <a:xfrm>
              <a:off x="8437499" y="465125"/>
              <a:ext cx="234900" cy="230100"/>
            </a:xfrm>
            <a:prstGeom prst="parallelogram">
              <a:avLst>
                <a:gd name="adj" fmla="val 70447"/>
              </a:avLst>
            </a:pr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rgbClr val="F0A096"/>
                </a:solidFill>
              </a:endParaRPr>
            </a:p>
          </p:txBody>
        </p:sp>
        <p:sp>
          <p:nvSpPr>
            <p:cNvPr id="39" name="Google Shape;468;p34">
              <a:extLst>
                <a:ext uri="{FF2B5EF4-FFF2-40B4-BE49-F238E27FC236}">
                  <a16:creationId xmlns:a16="http://schemas.microsoft.com/office/drawing/2014/main" id="{3B72E752-C60C-9CD9-9CA8-B8D89C3ED2DD}"/>
                </a:ext>
              </a:extLst>
            </p:cNvPr>
            <p:cNvSpPr/>
            <p:nvPr/>
          </p:nvSpPr>
          <p:spPr>
            <a:xfrm>
              <a:off x="8300614" y="465125"/>
              <a:ext cx="234900" cy="230100"/>
            </a:xfrm>
            <a:prstGeom prst="parallelogram">
              <a:avLst>
                <a:gd name="adj" fmla="val 70447"/>
              </a:avLst>
            </a:pr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rgbClr val="F0A096"/>
                </a:solidFill>
              </a:endParaRPr>
            </a:p>
          </p:txBody>
        </p:sp>
        <p:sp>
          <p:nvSpPr>
            <p:cNvPr id="40" name="Google Shape;469;p34">
              <a:extLst>
                <a:ext uri="{FF2B5EF4-FFF2-40B4-BE49-F238E27FC236}">
                  <a16:creationId xmlns:a16="http://schemas.microsoft.com/office/drawing/2014/main" id="{DF32FD6B-810B-BFAF-74A8-93F709471B09}"/>
                </a:ext>
              </a:extLst>
            </p:cNvPr>
            <p:cNvSpPr/>
            <p:nvPr/>
          </p:nvSpPr>
          <p:spPr>
            <a:xfrm>
              <a:off x="8163729" y="465125"/>
              <a:ext cx="234900" cy="230100"/>
            </a:xfrm>
            <a:prstGeom prst="parallelogram">
              <a:avLst>
                <a:gd name="adj" fmla="val 70447"/>
              </a:avLst>
            </a:pr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rgbClr val="F0A096"/>
                </a:solidFill>
              </a:endParaRPr>
            </a:p>
          </p:txBody>
        </p:sp>
        <p:sp>
          <p:nvSpPr>
            <p:cNvPr id="41" name="Google Shape;470;p34">
              <a:extLst>
                <a:ext uri="{FF2B5EF4-FFF2-40B4-BE49-F238E27FC236}">
                  <a16:creationId xmlns:a16="http://schemas.microsoft.com/office/drawing/2014/main" id="{D4294B07-E642-E92B-75EC-25B840B138DE}"/>
                </a:ext>
              </a:extLst>
            </p:cNvPr>
            <p:cNvSpPr/>
            <p:nvPr/>
          </p:nvSpPr>
          <p:spPr>
            <a:xfrm>
              <a:off x="8026844" y="465125"/>
              <a:ext cx="234900" cy="230100"/>
            </a:xfrm>
            <a:prstGeom prst="parallelogram">
              <a:avLst>
                <a:gd name="adj" fmla="val 70447"/>
              </a:avLst>
            </a:pr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rgbClr val="F0A096"/>
                </a:solidFill>
              </a:endParaRPr>
            </a:p>
          </p:txBody>
        </p:sp>
        <p:sp>
          <p:nvSpPr>
            <p:cNvPr id="42" name="Google Shape;471;p34">
              <a:extLst>
                <a:ext uri="{FF2B5EF4-FFF2-40B4-BE49-F238E27FC236}">
                  <a16:creationId xmlns:a16="http://schemas.microsoft.com/office/drawing/2014/main" id="{F613B3DF-A131-6052-BFD5-06A2F6F49599}"/>
                </a:ext>
              </a:extLst>
            </p:cNvPr>
            <p:cNvSpPr/>
            <p:nvPr/>
          </p:nvSpPr>
          <p:spPr>
            <a:xfrm>
              <a:off x="7889960" y="465125"/>
              <a:ext cx="234900" cy="230100"/>
            </a:xfrm>
            <a:prstGeom prst="parallelogram">
              <a:avLst>
                <a:gd name="adj" fmla="val 70447"/>
              </a:avLst>
            </a:pr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rgbClr val="F0A096"/>
                </a:solidFill>
              </a:endParaRPr>
            </a:p>
          </p:txBody>
        </p:sp>
        <p:sp>
          <p:nvSpPr>
            <p:cNvPr id="43" name="Google Shape;472;p34">
              <a:extLst>
                <a:ext uri="{FF2B5EF4-FFF2-40B4-BE49-F238E27FC236}">
                  <a16:creationId xmlns:a16="http://schemas.microsoft.com/office/drawing/2014/main" id="{D0E53B7E-AA10-5DC5-D783-63F7A6AD4A74}"/>
                </a:ext>
              </a:extLst>
            </p:cNvPr>
            <p:cNvSpPr/>
            <p:nvPr/>
          </p:nvSpPr>
          <p:spPr>
            <a:xfrm>
              <a:off x="7753075" y="465125"/>
              <a:ext cx="234900" cy="230100"/>
            </a:xfrm>
            <a:prstGeom prst="parallelogram">
              <a:avLst>
                <a:gd name="adj" fmla="val 70447"/>
              </a:avLst>
            </a:prstGeom>
            <a:grpFill/>
            <a:ln>
              <a:noFill/>
            </a:ln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rgbClr val="F0A096"/>
                </a:solidFill>
              </a:endParaRPr>
            </a:p>
          </p:txBody>
        </p:sp>
      </p:grpSp>
      <p:sp>
        <p:nvSpPr>
          <p:cNvPr id="46" name="Espaço Reservado para Imagem 44">
            <a:extLst>
              <a:ext uri="{FF2B5EF4-FFF2-40B4-BE49-F238E27FC236}">
                <a16:creationId xmlns:a16="http://schemas.microsoft.com/office/drawing/2014/main" id="{8838787C-AFEB-D35A-84BF-2B1FE2510C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763" y="2332672"/>
            <a:ext cx="6689725" cy="3708960"/>
          </a:xfrm>
          <a:prstGeom prst="snip2DiagRect">
            <a:avLst>
              <a:gd name="adj1" fmla="val 0"/>
              <a:gd name="adj2" fmla="val 5088"/>
            </a:avLst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Chakra Petch" panose="00000500000000000000" pitchFamily="2" charset="-34"/>
                <a:cs typeface="Chakra Petch" panose="00000500000000000000" pitchFamily="2" charset="-34"/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/>
              <a:t>INSIRA IMAGEM DO CONTEÚDO AQUI</a:t>
            </a:r>
          </a:p>
        </p:txBody>
      </p:sp>
      <p:sp>
        <p:nvSpPr>
          <p:cNvPr id="53" name="Espaço Reservado para Texto 51">
            <a:extLst>
              <a:ext uri="{FF2B5EF4-FFF2-40B4-BE49-F238E27FC236}">
                <a16:creationId xmlns:a16="http://schemas.microsoft.com/office/drawing/2014/main" id="{3A8C8EB6-82A7-ED53-FCAC-25C744617F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68807" y="2332672"/>
            <a:ext cx="4130909" cy="414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BDEFD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  <a:lvl2pPr marL="548640" indent="0">
              <a:buNone/>
              <a:defRPr/>
            </a:lvl2pPr>
          </a:lstStyle>
          <a:p>
            <a:pPr lvl="0"/>
            <a:r>
              <a:rPr lang="pt-BR"/>
              <a:t>TIPO DO CONTEÚDO (EX: SITE)</a:t>
            </a:r>
          </a:p>
        </p:txBody>
      </p:sp>
      <p:sp>
        <p:nvSpPr>
          <p:cNvPr id="55" name="Espaço Reservado para Texto 54">
            <a:extLst>
              <a:ext uri="{FF2B5EF4-FFF2-40B4-BE49-F238E27FC236}">
                <a16:creationId xmlns:a16="http://schemas.microsoft.com/office/drawing/2014/main" id="{5827EFE1-6B4E-52B0-B18C-FA70AB3D42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8807" y="2813739"/>
            <a:ext cx="5753676" cy="614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latin typeface="Chakra Petch" panose="00000500000000000000" pitchFamily="2" charset="-34"/>
                <a:cs typeface="Chakra Petch" panose="00000500000000000000" pitchFamily="2" charset="-34"/>
              </a:defRPr>
            </a:lvl1pPr>
            <a:lvl2pPr marL="548640" indent="0">
              <a:buNone/>
              <a:defRPr/>
            </a:lvl2pPr>
          </a:lstStyle>
          <a:p>
            <a:pPr lvl="0"/>
            <a:r>
              <a:rPr lang="pt-BR"/>
              <a:t>TÍTULO DO CONTEÚDO</a:t>
            </a:r>
          </a:p>
        </p:txBody>
      </p:sp>
      <p:sp>
        <p:nvSpPr>
          <p:cNvPr id="59" name="Espaço Reservado para Texto 58">
            <a:extLst>
              <a:ext uri="{FF2B5EF4-FFF2-40B4-BE49-F238E27FC236}">
                <a16:creationId xmlns:a16="http://schemas.microsoft.com/office/drawing/2014/main" id="{85DA9B3E-C88A-912D-2C2E-FE545D655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69263" y="3692525"/>
            <a:ext cx="5633791" cy="1643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2000">
                <a:solidFill>
                  <a:srgbClr val="F7F7F7"/>
                </a:solidFill>
                <a:latin typeface="Inter Light"/>
                <a:ea typeface="Inter Light"/>
                <a:cs typeface="Inter Light"/>
                <a:sym typeface="Inter Light"/>
              </a:rPr>
              <a:t>Insira aqui uma breve descrição do conteúdo do conteúdo exibido, de forma que não passe do tamanho de 4 linhas desse espaço aqui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32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Subtítulo Aula [Temas Aprofundados]" preserve="1" userDrawn="1">
  <p:cSld name="Timeline superior">
    <p:bg>
      <p:bgPr>
        <a:solidFill>
          <a:srgbClr val="01080E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13FD4381-34F7-3335-CE5D-A8E5DA3C69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22" r="21022" b="25341"/>
          <a:stretch/>
        </p:blipFill>
        <p:spPr>
          <a:xfrm>
            <a:off x="10742672" y="0"/>
            <a:ext cx="3887728" cy="6707860"/>
          </a:xfrm>
          <a:prstGeom prst="rect">
            <a:avLst/>
          </a:prstGeom>
        </p:spPr>
      </p:pic>
      <p:sp>
        <p:nvSpPr>
          <p:cNvPr id="13" name="Retângulo: Cantos Superiores, Um Arredondado e Um Recortado 12">
            <a:extLst>
              <a:ext uri="{FF2B5EF4-FFF2-40B4-BE49-F238E27FC236}">
                <a16:creationId xmlns:a16="http://schemas.microsoft.com/office/drawing/2014/main" id="{093313A6-29C8-614A-DE95-EBB4BDCBEF3D}"/>
              </a:ext>
            </a:extLst>
          </p:cNvPr>
          <p:cNvSpPr/>
          <p:nvPr userDrawn="1"/>
        </p:nvSpPr>
        <p:spPr>
          <a:xfrm rot="10800000">
            <a:off x="13094969" y="406399"/>
            <a:ext cx="1205228" cy="413029"/>
          </a:xfrm>
          <a:prstGeom prst="snipRoundRect">
            <a:avLst>
              <a:gd name="adj1" fmla="val 0"/>
              <a:gd name="adj2" fmla="val 37576"/>
            </a:avLst>
          </a:prstGeom>
          <a:solidFill>
            <a:srgbClr val="167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C46634B-CD29-571B-D8E0-B4C24BFFD328}"/>
              </a:ext>
            </a:extLst>
          </p:cNvPr>
          <p:cNvCxnSpPr>
            <a:cxnSpLocks/>
          </p:cNvCxnSpPr>
          <p:nvPr userDrawn="1"/>
        </p:nvCxnSpPr>
        <p:spPr>
          <a:xfrm>
            <a:off x="586234" y="287021"/>
            <a:ext cx="0" cy="7942579"/>
          </a:xfrm>
          <a:prstGeom prst="line">
            <a:avLst/>
          </a:prstGeom>
          <a:ln w="6350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68">
            <a:extLst>
              <a:ext uri="{FF2B5EF4-FFF2-40B4-BE49-F238E27FC236}">
                <a16:creationId xmlns:a16="http://schemas.microsoft.com/office/drawing/2014/main" id="{26C02279-A465-A7DD-C376-31EC4523B480}"/>
              </a:ext>
            </a:extLst>
          </p:cNvPr>
          <p:cNvGrpSpPr/>
          <p:nvPr userDrawn="1"/>
        </p:nvGrpSpPr>
        <p:grpSpPr>
          <a:xfrm>
            <a:off x="14007860" y="546789"/>
            <a:ext cx="120653" cy="120653"/>
            <a:chOff x="4794097" y="1588576"/>
            <a:chExt cx="1242493" cy="1242490"/>
          </a:xfrm>
        </p:grpSpPr>
        <p:sp>
          <p:nvSpPr>
            <p:cNvPr id="4" name="Freeform 70">
              <a:extLst>
                <a:ext uri="{FF2B5EF4-FFF2-40B4-BE49-F238E27FC236}">
                  <a16:creationId xmlns:a16="http://schemas.microsoft.com/office/drawing/2014/main" id="{B3C8BC87-B3C2-3E08-372F-D5DD655D7749}"/>
                </a:ext>
              </a:extLst>
            </p:cNvPr>
            <p:cNvSpPr/>
            <p:nvPr/>
          </p:nvSpPr>
          <p:spPr>
            <a:xfrm>
              <a:off x="4941308" y="1588576"/>
              <a:ext cx="1095282" cy="1099265"/>
            </a:xfrm>
            <a:custGeom>
              <a:avLst/>
              <a:gdLst>
                <a:gd name="connsiteX0" fmla="*/ 0 w 1131376"/>
                <a:gd name="connsiteY0" fmla="*/ 0 h 1069383"/>
                <a:gd name="connsiteX1" fmla="*/ 1131376 w 1131376"/>
                <a:gd name="connsiteY1" fmla="*/ 0 h 1069383"/>
                <a:gd name="connsiteX2" fmla="*/ 1131376 w 1131376"/>
                <a:gd name="connsiteY2" fmla="*/ 1069383 h 1069383"/>
                <a:gd name="connsiteX0" fmla="*/ 0 w 1095282"/>
                <a:gd name="connsiteY0" fmla="*/ 0 h 1069383"/>
                <a:gd name="connsiteX1" fmla="*/ 1095282 w 1095282"/>
                <a:gd name="connsiteY1" fmla="*/ 0 h 1069383"/>
                <a:gd name="connsiteX2" fmla="*/ 1095282 w 1095282"/>
                <a:gd name="connsiteY2" fmla="*/ 1069383 h 1069383"/>
                <a:gd name="connsiteX0" fmla="*/ 0 w 1095282"/>
                <a:gd name="connsiteY0" fmla="*/ 0 h 1099265"/>
                <a:gd name="connsiteX1" fmla="*/ 1095282 w 1095282"/>
                <a:gd name="connsiteY1" fmla="*/ 0 h 1099265"/>
                <a:gd name="connsiteX2" fmla="*/ 1095282 w 1095282"/>
                <a:gd name="connsiteY2" fmla="*/ 1099265 h 109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5282" h="1099265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w="12700">
              <a:solidFill>
                <a:srgbClr val="0108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cxnSp>
          <p:nvCxnSpPr>
            <p:cNvPr id="5" name="Straight Connector 71">
              <a:extLst>
                <a:ext uri="{FF2B5EF4-FFF2-40B4-BE49-F238E27FC236}">
                  <a16:creationId xmlns:a16="http://schemas.microsoft.com/office/drawing/2014/main" id="{D409DC0A-02B2-B428-484E-F2F9178C7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097" y="1588576"/>
              <a:ext cx="1242490" cy="1242490"/>
            </a:xfrm>
            <a:prstGeom prst="line">
              <a:avLst/>
            </a:prstGeom>
            <a:ln w="12700">
              <a:solidFill>
                <a:srgbClr val="01080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ubtitle 4">
            <a:extLst>
              <a:ext uri="{FF2B5EF4-FFF2-40B4-BE49-F238E27FC236}">
                <a16:creationId xmlns:a16="http://schemas.microsoft.com/office/drawing/2014/main" id="{823B0705-E24E-A87B-41C2-92CD7DA157FE}"/>
              </a:ext>
            </a:extLst>
          </p:cNvPr>
          <p:cNvSpPr txBox="1">
            <a:spLocks/>
          </p:cNvSpPr>
          <p:nvPr userDrawn="1"/>
        </p:nvSpPr>
        <p:spPr>
          <a:xfrm>
            <a:off x="13260049" y="428293"/>
            <a:ext cx="740664" cy="31192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solidFill>
                  <a:srgbClr val="01080E"/>
                </a:solidFill>
                <a:latin typeface="Chakra Petch" panose="00000500000000000000" pitchFamily="2" charset="-34"/>
                <a:cs typeface="Chakra Petch" panose="00000500000000000000" pitchFamily="2" charset="-34"/>
              </a:rPr>
              <a:t>alura</a:t>
            </a:r>
          </a:p>
        </p:txBody>
      </p:sp>
      <p:sp>
        <p:nvSpPr>
          <p:cNvPr id="10" name="Retângulo: Cantos Superiores Recortados 9">
            <a:extLst>
              <a:ext uri="{FF2B5EF4-FFF2-40B4-BE49-F238E27FC236}">
                <a16:creationId xmlns:a16="http://schemas.microsoft.com/office/drawing/2014/main" id="{61439650-6069-633C-2D6D-2EC7C550FAFA}"/>
              </a:ext>
            </a:extLst>
          </p:cNvPr>
          <p:cNvSpPr/>
          <p:nvPr userDrawn="1"/>
        </p:nvSpPr>
        <p:spPr>
          <a:xfrm>
            <a:off x="536709" y="1435100"/>
            <a:ext cx="99050" cy="610870"/>
          </a:xfrm>
          <a:prstGeom prst="snip2SameRect">
            <a:avLst>
              <a:gd name="adj1" fmla="val 30130"/>
              <a:gd name="adj2" fmla="val 26926"/>
            </a:avLst>
          </a:prstGeom>
          <a:solidFill>
            <a:srgbClr val="2BD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604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Subtítulo Aula [Temas Aprofundados]" preserve="1" userDrawn="1">
  <p:cSld name="Timeline inferior">
    <p:bg>
      <p:bgPr>
        <a:solidFill>
          <a:srgbClr val="01080E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4EAE8228-A1B6-16B9-E047-CA59855C52B8}"/>
              </a:ext>
            </a:extLst>
          </p:cNvPr>
          <p:cNvCxnSpPr>
            <a:cxnSpLocks/>
            <a:endCxn id="37" idx="2"/>
          </p:cNvCxnSpPr>
          <p:nvPr userDrawn="1"/>
        </p:nvCxnSpPr>
        <p:spPr>
          <a:xfrm>
            <a:off x="586234" y="-182880"/>
            <a:ext cx="0" cy="1756410"/>
          </a:xfrm>
          <a:prstGeom prst="line">
            <a:avLst/>
          </a:prstGeom>
          <a:ln w="6350">
            <a:solidFill>
              <a:srgbClr val="F7F7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72;p7">
            <a:extLst>
              <a:ext uri="{FF2B5EF4-FFF2-40B4-BE49-F238E27FC236}">
                <a16:creationId xmlns:a16="http://schemas.microsoft.com/office/drawing/2014/main" id="{DEB22841-32FF-46BF-CC04-5B9280BCF995}"/>
              </a:ext>
            </a:extLst>
          </p:cNvPr>
          <p:cNvSpPr/>
          <p:nvPr userDrawn="1"/>
        </p:nvSpPr>
        <p:spPr>
          <a:xfrm>
            <a:off x="517949" y="1441600"/>
            <a:ext cx="136570" cy="131930"/>
          </a:xfrm>
          <a:prstGeom prst="roundRect">
            <a:avLst>
              <a:gd name="adj" fmla="val 50000"/>
            </a:avLst>
          </a:prstGeom>
          <a:solidFill>
            <a:srgbClr val="2BDEFD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0" name="Google Shape;364;p44">
            <a:extLst>
              <a:ext uri="{FF2B5EF4-FFF2-40B4-BE49-F238E27FC236}">
                <a16:creationId xmlns:a16="http://schemas.microsoft.com/office/drawing/2014/main" id="{4F5C2711-F5AE-6478-8778-43FE3AC858A6}"/>
              </a:ext>
            </a:extLst>
          </p:cNvPr>
          <p:cNvSpPr txBox="1"/>
          <p:nvPr userDrawn="1"/>
        </p:nvSpPr>
        <p:spPr>
          <a:xfrm>
            <a:off x="606360" y="7504741"/>
            <a:ext cx="3039360" cy="427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28800" rIns="28800" bIns="288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2BDEFD"/>
                </a:solidFill>
                <a:latin typeface="Chakra Petch"/>
                <a:ea typeface="Chakra Petch"/>
                <a:cs typeface="Chakra Petch"/>
                <a:sym typeface="Chakra Petch"/>
              </a:rPr>
              <a:t>01000101 01110011 01100011 01101111 01101100 01100001 00100000 01100100 01100101 00100000 01000100 01100001 01100100 01101111 01110011 00001010 </a:t>
            </a:r>
            <a:endParaRPr sz="800">
              <a:solidFill>
                <a:srgbClr val="2BDE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977CBE2-2962-46E3-7886-BE0B362F9C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8" b="50350"/>
          <a:stretch/>
        </p:blipFill>
        <p:spPr>
          <a:xfrm>
            <a:off x="0" y="267830"/>
            <a:ext cx="5464870" cy="66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486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vazio com grafismo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1984BA12-27B7-86AE-91DE-C55CF9AD4B0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1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627" r="12629"/>
          <a:stretch/>
        </p:blipFill>
        <p:spPr>
          <a:xfrm>
            <a:off x="0" y="6003685"/>
            <a:ext cx="14630400" cy="222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4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vazio com grafismos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áfico 34">
            <a:extLst>
              <a:ext uri="{FF2B5EF4-FFF2-40B4-BE49-F238E27FC236}">
                <a16:creationId xmlns:a16="http://schemas.microsoft.com/office/drawing/2014/main" id="{47B8D583-4A77-D8C3-51B2-0F8CA25040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100" y="7622540"/>
            <a:ext cx="137541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15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A6F73C87-9773-50C7-9969-E3C6C45DE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669677" y="0"/>
            <a:ext cx="106641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4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9" r:id="rId2"/>
    <p:sldLayoutId id="2147483683" r:id="rId3"/>
    <p:sldLayoutId id="2147483684" r:id="rId4"/>
    <p:sldLayoutId id="2147483674" r:id="rId5"/>
    <p:sldLayoutId id="2147483662" r:id="rId6"/>
    <p:sldLayoutId id="2147483675" r:id="rId7"/>
    <p:sldLayoutId id="2147483676" r:id="rId8"/>
    <p:sldLayoutId id="2147483681" r:id="rId9"/>
    <p:sldLayoutId id="2147483661" r:id="rId10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6" userDrawn="1">
          <p15:clr>
            <a:srgbClr val="F26B43"/>
          </p15:clr>
        </p15:guide>
        <p15:guide id="3" orient="horz" pos="4996" userDrawn="1">
          <p15:clr>
            <a:srgbClr val="F26B43"/>
          </p15:clr>
        </p15:guide>
        <p15:guide id="4" pos="9008" userDrawn="1">
          <p15:clr>
            <a:srgbClr val="F26B43"/>
          </p15:clr>
        </p15:guide>
        <p15:guide id="5" pos="344" userDrawn="1">
          <p15:clr>
            <a:srgbClr val="F26B43"/>
          </p15:clr>
        </p15:guide>
        <p15:guide id="6" orient="horz" pos="3817" userDrawn="1">
          <p15:clr>
            <a:srgbClr val="F26B43"/>
          </p15:clr>
        </p15:guide>
        <p15:guide id="7" pos="7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 descr="Pessoa com capacete de astronauta&#10;&#10;O conteúdo gerado por IA pode estar incorreto.">
            <a:extLst>
              <a:ext uri="{FF2B5EF4-FFF2-40B4-BE49-F238E27FC236}">
                <a16:creationId xmlns:a16="http://schemas.microsoft.com/office/drawing/2014/main" id="{8ED07000-28AC-1C3A-EAEB-C60525C9AC0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9" b="8419"/>
          <a:stretch>
            <a:fillRect/>
          </a:stretch>
        </p:blipFill>
        <p:spPr/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5C747DCD-C1E0-A9C3-6623-E57EE8A3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80" y="3232683"/>
            <a:ext cx="8347602" cy="1015632"/>
          </a:xfrm>
        </p:spPr>
        <p:txBody>
          <a:bodyPr/>
          <a:lstStyle/>
          <a:p>
            <a:r>
              <a:rPr lang="pt-BR" sz="6000" dirty="0">
                <a:solidFill>
                  <a:srgbClr val="2BDEFD"/>
                </a:solidFill>
              </a:rPr>
              <a:t>Claude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44E3D65-D58A-BFCF-18F4-1F1DE2C89E08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576480" y="4248315"/>
            <a:ext cx="5895360" cy="539220"/>
          </a:xfrm>
        </p:spPr>
        <p:txBody>
          <a:bodyPr/>
          <a:lstStyle/>
          <a:p>
            <a:r>
              <a:rPr lang="pt-BR" dirty="0"/>
              <a:t>Para Analistas de Dados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CCA6021-5883-36F5-767D-F14EFF60A41A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576480" y="7384742"/>
            <a:ext cx="6300480" cy="406235"/>
          </a:xfrm>
        </p:spPr>
        <p:txBody>
          <a:bodyPr/>
          <a:lstStyle/>
          <a:p>
            <a:r>
              <a:rPr lang="pt-BR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Instrutor(a):</a:t>
            </a:r>
            <a:r>
              <a:rPr lang="pt-BR" dirty="0">
                <a:solidFill>
                  <a:schemeClr val="lt1"/>
                </a:solidFill>
              </a:rPr>
              <a:t> </a:t>
            </a:r>
            <a:r>
              <a:rPr lang="pt-BR" dirty="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Henrique Frizo</a:t>
            </a:r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117C933-D6ED-2720-8A13-1A4C229274F0}"/>
              </a:ext>
            </a:extLst>
          </p:cNvPr>
          <p:cNvGrpSpPr/>
          <p:nvPr/>
        </p:nvGrpSpPr>
        <p:grpSpPr>
          <a:xfrm>
            <a:off x="12253032" y="1145970"/>
            <a:ext cx="1845048" cy="172379"/>
            <a:chOff x="12047058" y="1292646"/>
            <a:chExt cx="1845048" cy="172379"/>
          </a:xfrm>
        </p:grpSpPr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919A9118-1D8A-CBF3-F9F0-B18109172122}"/>
                </a:ext>
              </a:extLst>
            </p:cNvPr>
            <p:cNvSpPr/>
            <p:nvPr/>
          </p:nvSpPr>
          <p:spPr>
            <a:xfrm>
              <a:off x="12047058" y="1292646"/>
              <a:ext cx="172379" cy="172379"/>
            </a:xfrm>
            <a:custGeom>
              <a:avLst/>
              <a:gdLst/>
              <a:ahLst/>
              <a:cxnLst/>
              <a:rect l="l" t="t" r="r" b="b"/>
              <a:pathLst>
                <a:path w="229839" h="229839">
                  <a:moveTo>
                    <a:pt x="0" y="0"/>
                  </a:moveTo>
                  <a:lnTo>
                    <a:pt x="229839" y="0"/>
                  </a:lnTo>
                  <a:lnTo>
                    <a:pt x="229839" y="229839"/>
                  </a:lnTo>
                  <a:lnTo>
                    <a:pt x="0" y="22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2">
              <a:extLst>
                <a:ext uri="{FF2B5EF4-FFF2-40B4-BE49-F238E27FC236}">
                  <a16:creationId xmlns:a16="http://schemas.microsoft.com/office/drawing/2014/main" id="{DDB49108-EE04-8B7A-73B2-B9AECC55EAB1}"/>
                </a:ext>
              </a:extLst>
            </p:cNvPr>
            <p:cNvSpPr txBox="1"/>
            <p:nvPr/>
          </p:nvSpPr>
          <p:spPr>
            <a:xfrm>
              <a:off x="12318658" y="1302024"/>
              <a:ext cx="1573448" cy="153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76"/>
                </a:lnSpc>
              </a:pPr>
              <a:r>
                <a:rPr lang="en-US" sz="983">
                  <a:solidFill>
                    <a:srgbClr val="2BDEFD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IMAGEM GERADA COM I.A.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8940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C9A70563-425B-A53C-E640-4E99FF4C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>
            <a:extLst>
              <a:ext uri="{FF2B5EF4-FFF2-40B4-BE49-F238E27FC236}">
                <a16:creationId xmlns:a16="http://schemas.microsoft.com/office/drawing/2014/main" id="{51707C6F-F55D-5ECA-7975-EC646F91A7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1999" y="2185520"/>
            <a:ext cx="10555813" cy="1071014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/>
          <a:p>
            <a:r>
              <a:rPr lang="pt-BR" dirty="0"/>
              <a:t>O QUE É O </a:t>
            </a:r>
            <a:r>
              <a:rPr lang="pt-BR" dirty="0">
                <a:solidFill>
                  <a:srgbClr val="2BDEFD"/>
                </a:solidFill>
              </a:rPr>
              <a:t>CLAUDE</a:t>
            </a:r>
          </a:p>
        </p:txBody>
      </p:sp>
      <p:sp>
        <p:nvSpPr>
          <p:cNvPr id="223" name="Google Shape;223;p27">
            <a:extLst>
              <a:ext uri="{FF2B5EF4-FFF2-40B4-BE49-F238E27FC236}">
                <a16:creationId xmlns:a16="http://schemas.microsoft.com/office/drawing/2014/main" id="{08C2CFCE-2CD1-8D51-DF2E-9BC0CA5418A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52000" y="1412240"/>
            <a:ext cx="8250240" cy="738615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/>
          <a:p>
            <a:r>
              <a:rPr lang="pt-BR" dirty="0">
                <a:solidFill>
                  <a:srgbClr val="2BDEFD"/>
                </a:solidFill>
              </a:rPr>
              <a:t>// Você sabe?_</a:t>
            </a:r>
            <a:endParaRPr dirty="0">
              <a:solidFill>
                <a:srgbClr val="2BDEFD"/>
              </a:solidFill>
            </a:endParaRPr>
          </a:p>
        </p:txBody>
      </p:sp>
      <p:sp>
        <p:nvSpPr>
          <p:cNvPr id="2" name="Google Shape;229;p28">
            <a:extLst>
              <a:ext uri="{FF2B5EF4-FFF2-40B4-BE49-F238E27FC236}">
                <a16:creationId xmlns:a16="http://schemas.microsoft.com/office/drawing/2014/main" id="{57346A98-69FF-9885-21A9-7BC26EDA0889}"/>
              </a:ext>
            </a:extLst>
          </p:cNvPr>
          <p:cNvSpPr txBox="1">
            <a:spLocks/>
          </p:cNvSpPr>
          <p:nvPr/>
        </p:nvSpPr>
        <p:spPr>
          <a:xfrm>
            <a:off x="1151999" y="3017353"/>
            <a:ext cx="11371304" cy="3911428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Claude é o assistente de IA da </a:t>
            </a:r>
            <a:r>
              <a:rPr lang="pt-BR" sz="2400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Anthropic</a:t>
            </a:r>
            <a:r>
              <a:rPr lang="pt-BR" sz="24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, disponível em diferentes modelos: Opus (mais poderoso), </a:t>
            </a:r>
            <a:r>
              <a:rPr lang="pt-BR" sz="2400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Sonnet</a:t>
            </a:r>
            <a:r>
              <a:rPr lang="pt-BR" sz="24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(equilíbrio entre performance e velocidade) e </a:t>
            </a:r>
            <a:r>
              <a:rPr lang="pt-BR" sz="2400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Haiku</a:t>
            </a:r>
            <a:r>
              <a:rPr lang="pt-BR" sz="24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(mais leve e rápido)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Claude.ai — Interface de chat via web, mobile ou desktop, para uso direto pelo usuário (como você está fazendo agora)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Claude API — Acesso via código para desenvolvedores integrarem o Claude em seus próprios sistemas e aplicações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Claude </a:t>
            </a:r>
            <a:r>
              <a:rPr lang="pt-BR" sz="2400" dirty="0" err="1">
                <a:solidFill>
                  <a:schemeClr val="bg1"/>
                </a:solidFill>
                <a:latin typeface="Inter"/>
                <a:ea typeface="Inter"/>
                <a:sym typeface="Inter"/>
              </a:rPr>
              <a:t>Code</a:t>
            </a:r>
            <a:r>
              <a:rPr lang="pt-BR" sz="24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 — Ferramenta de linha de comando para programação assistida por IA, voltada para desenvolvedores que querem o Claude dentro do terminal e do ambiente de código</a:t>
            </a:r>
          </a:p>
        </p:txBody>
      </p:sp>
    </p:spTree>
    <p:extLst>
      <p:ext uri="{BB962C8B-B14F-4D97-AF65-F5344CB8AC3E}">
        <p14:creationId xmlns:p14="http://schemas.microsoft.com/office/powerpoint/2010/main" val="346899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DE47E266-3967-A2F7-934B-DD50416E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>
            <a:extLst>
              <a:ext uri="{FF2B5EF4-FFF2-40B4-BE49-F238E27FC236}">
                <a16:creationId xmlns:a16="http://schemas.microsoft.com/office/drawing/2014/main" id="{A03DBE3B-4110-8AFB-9ABE-DCCCD12830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1999" y="2185520"/>
            <a:ext cx="10555813" cy="1071014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/>
          <a:p>
            <a:r>
              <a:rPr lang="pt-BR" dirty="0"/>
              <a:t>O QUE É O </a:t>
            </a:r>
            <a:r>
              <a:rPr lang="pt-BR" dirty="0">
                <a:solidFill>
                  <a:srgbClr val="2BDEFD"/>
                </a:solidFill>
              </a:rPr>
              <a:t>CLAUDE</a:t>
            </a:r>
          </a:p>
        </p:txBody>
      </p:sp>
      <p:sp>
        <p:nvSpPr>
          <p:cNvPr id="223" name="Google Shape;223;p27">
            <a:extLst>
              <a:ext uri="{FF2B5EF4-FFF2-40B4-BE49-F238E27FC236}">
                <a16:creationId xmlns:a16="http://schemas.microsoft.com/office/drawing/2014/main" id="{7038630F-22CF-DA1C-1EAC-9B72D330727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52000" y="1412240"/>
            <a:ext cx="8250240" cy="738615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/>
          <a:p>
            <a:r>
              <a:rPr lang="pt-BR" dirty="0">
                <a:solidFill>
                  <a:srgbClr val="2BDEFD"/>
                </a:solidFill>
              </a:rPr>
              <a:t>// Você sabe?_</a:t>
            </a:r>
            <a:endParaRPr dirty="0">
              <a:solidFill>
                <a:srgbClr val="2BDEFD"/>
              </a:solidFill>
            </a:endParaRPr>
          </a:p>
        </p:txBody>
      </p:sp>
      <p:sp>
        <p:nvSpPr>
          <p:cNvPr id="2" name="Google Shape;229;p28">
            <a:extLst>
              <a:ext uri="{FF2B5EF4-FFF2-40B4-BE49-F238E27FC236}">
                <a16:creationId xmlns:a16="http://schemas.microsoft.com/office/drawing/2014/main" id="{F22EBF70-DBC3-941F-8BDF-6A950017E4FD}"/>
              </a:ext>
            </a:extLst>
          </p:cNvPr>
          <p:cNvSpPr txBox="1">
            <a:spLocks/>
          </p:cNvSpPr>
          <p:nvPr/>
        </p:nvSpPr>
        <p:spPr>
          <a:xfrm>
            <a:off x="1151999" y="3632907"/>
            <a:ext cx="11371304" cy="2680322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4000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Artifacts</a:t>
            </a:r>
            <a:endParaRPr lang="pt-BR" sz="4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4000" dirty="0" err="1">
                <a:solidFill>
                  <a:schemeClr val="bg1"/>
                </a:solidFill>
                <a:latin typeface="Inter"/>
                <a:ea typeface="Inter"/>
                <a:sym typeface="Inter"/>
              </a:rPr>
              <a:t>Projects</a:t>
            </a:r>
            <a:endParaRPr lang="pt-BR" sz="4000" dirty="0">
              <a:solidFill>
                <a:schemeClr val="bg1"/>
              </a:solidFill>
              <a:latin typeface="Inter"/>
              <a:ea typeface="Inter"/>
              <a:sym typeface="Inter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Skills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Integrações </a:t>
            </a:r>
          </a:p>
        </p:txBody>
      </p:sp>
    </p:spTree>
    <p:extLst>
      <p:ext uri="{BB962C8B-B14F-4D97-AF65-F5344CB8AC3E}">
        <p14:creationId xmlns:p14="http://schemas.microsoft.com/office/powerpoint/2010/main" val="317449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3ED0-42CD-D630-C62D-F060361A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C84AA388-CF32-6FE0-6321-ED61716BC2D4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B4E6A40-F98D-A787-4250-016BD867F4DC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2502E10F-17BD-B596-F5F3-BAF480710329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Cenário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12FA404E-0914-96D6-0A51-1C7911F491FA}"/>
              </a:ext>
            </a:extLst>
          </p:cNvPr>
          <p:cNvSpPr txBox="1">
            <a:spLocks/>
          </p:cNvSpPr>
          <p:nvPr/>
        </p:nvSpPr>
        <p:spPr>
          <a:xfrm>
            <a:off x="1446002" y="3165584"/>
            <a:ext cx="11371304" cy="2803433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A partir de agora, quero que você atue como meu assistente de análise de dados em um projeto empresarial. </a:t>
            </a:r>
          </a:p>
          <a:p>
            <a:pPr marL="0" indent="0">
              <a:buNone/>
            </a:pPr>
            <a:r>
              <a:rPr lang="pt-BR" dirty="0"/>
              <a:t>Vamos trabalhar com uma empresa fictícia chamada </a:t>
            </a:r>
            <a:r>
              <a:rPr lang="pt-BR" dirty="0" err="1"/>
              <a:t>NovaMétrica</a:t>
            </a:r>
            <a:r>
              <a:rPr lang="pt-BR" dirty="0"/>
              <a:t>, uma rede de varejo e e-commerce que possui dados dispersos em arquivos, documentos e ferramentas corporativas.</a:t>
            </a:r>
          </a:p>
          <a:p>
            <a:pPr marL="0" indent="0">
              <a:buNone/>
            </a:pPr>
            <a:r>
              <a:rPr lang="pt-BR" dirty="0"/>
              <a:t>Nesta etapa inicial, quero apenas estruturar o contexto do projeto e entender quais serão os desafios da análise.</a:t>
            </a:r>
          </a:p>
        </p:txBody>
      </p:sp>
    </p:spTree>
    <p:extLst>
      <p:ext uri="{BB962C8B-B14F-4D97-AF65-F5344CB8AC3E}">
        <p14:creationId xmlns:p14="http://schemas.microsoft.com/office/powerpoint/2010/main" val="399376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EE5A-BA40-FA92-8B29-DB0ADD7A6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EA06756D-AE92-587A-9D0C-AD17D221B694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8B4B9793-02D6-FF93-4B05-DD52FDBE5C21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7040A59D-7F3D-14FB-E828-F4406D456102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O papel do Analista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C9ED1983-1CCC-A475-A0B5-91FC7DFCD23E}"/>
              </a:ext>
            </a:extLst>
          </p:cNvPr>
          <p:cNvSpPr txBox="1">
            <a:spLocks/>
          </p:cNvSpPr>
          <p:nvPr/>
        </p:nvSpPr>
        <p:spPr>
          <a:xfrm>
            <a:off x="1446002" y="3165584"/>
            <a:ext cx="11371304" cy="3542096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pt-BR" dirty="0"/>
              <a:t>organizar o problema; </a:t>
            </a:r>
          </a:p>
          <a:p>
            <a:r>
              <a:rPr lang="pt-BR" dirty="0"/>
              <a:t>levantar hipóteses; </a:t>
            </a:r>
          </a:p>
          <a:p>
            <a:r>
              <a:rPr lang="pt-BR" dirty="0"/>
              <a:t>interpretar arquivos; </a:t>
            </a:r>
          </a:p>
          <a:p>
            <a:r>
              <a:rPr lang="pt-BR" dirty="0"/>
              <a:t>preparar materiais; </a:t>
            </a:r>
          </a:p>
          <a:p>
            <a:r>
              <a:rPr lang="pt-BR" dirty="0"/>
              <a:t>transformar análise em comunicação.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Pense no trabalho de um analista de dados na </a:t>
            </a:r>
            <a:r>
              <a:rPr lang="pt-BR" dirty="0" err="1"/>
              <a:t>NovaMétrica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Divida o fluxo de trabalho em etapas, desde o recebimento dos arquivos até a entrega de recomendações executivas.</a:t>
            </a:r>
          </a:p>
        </p:txBody>
      </p:sp>
    </p:spTree>
    <p:extLst>
      <p:ext uri="{BB962C8B-B14F-4D97-AF65-F5344CB8AC3E}">
        <p14:creationId xmlns:p14="http://schemas.microsoft.com/office/powerpoint/2010/main" val="114678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4CE2-9C8C-F69E-760D-197CE82A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15BF7E7E-88BF-49C6-7CAF-EB849ABAE037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53C89E8F-B34F-DB3F-D0AB-3CC0F5726D18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B8EC6D8C-6EBB-C361-9707-58B7F0D229A7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Instruções do projeto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20C8149D-432E-9428-B114-D224DCF05F2A}"/>
              </a:ext>
            </a:extLst>
          </p:cNvPr>
          <p:cNvSpPr txBox="1">
            <a:spLocks/>
          </p:cNvSpPr>
          <p:nvPr/>
        </p:nvSpPr>
        <p:spPr>
          <a:xfrm>
            <a:off x="2591757" y="1740071"/>
            <a:ext cx="11371304" cy="5450311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pt-BR" sz="2000" dirty="0"/>
              <a:t>Você atuará como assistente analítico do projeto </a:t>
            </a:r>
            <a:r>
              <a:rPr lang="pt-BR" sz="2000" dirty="0" err="1"/>
              <a:t>NovaMétrica</a:t>
            </a:r>
            <a:r>
              <a:rPr lang="pt-BR" sz="2000" dirty="0"/>
              <a:t>.</a:t>
            </a:r>
          </a:p>
          <a:p>
            <a:endParaRPr lang="pt-BR" sz="2000" dirty="0"/>
          </a:p>
          <a:p>
            <a:r>
              <a:rPr lang="pt-BR" sz="2000" dirty="0"/>
              <a:t>Contexto:</a:t>
            </a:r>
          </a:p>
          <a:p>
            <a:r>
              <a:rPr lang="pt-BR" sz="2000" dirty="0"/>
              <a:t>A </a:t>
            </a:r>
            <a:r>
              <a:rPr lang="pt-BR" sz="2000" dirty="0" err="1"/>
              <a:t>NovaMétrica</a:t>
            </a:r>
            <a:r>
              <a:rPr lang="pt-BR" sz="2000" dirty="0"/>
              <a:t> é uma rede de varejo e e-commerce que deseja consolidar informações sobre vendas, descontos, estoque e campanhas.</a:t>
            </a:r>
          </a:p>
          <a:p>
            <a:endParaRPr lang="pt-BR" sz="2000" dirty="0"/>
          </a:p>
          <a:p>
            <a:r>
              <a:rPr lang="pt-BR" sz="2000" dirty="0"/>
              <a:t>Seu papel:</a:t>
            </a:r>
          </a:p>
          <a:p>
            <a:r>
              <a:rPr lang="pt-BR" sz="2000" dirty="0"/>
              <a:t>- Ler e interpretar os arquivos enviados;</a:t>
            </a:r>
          </a:p>
          <a:p>
            <a:r>
              <a:rPr lang="pt-BR" sz="2000" dirty="0"/>
              <a:t>- Identificar relações entre os dados;</a:t>
            </a:r>
          </a:p>
          <a:p>
            <a:r>
              <a:rPr lang="pt-BR" sz="2000" dirty="0"/>
              <a:t>- Sugerir perguntas analíticas úteis;</a:t>
            </a:r>
          </a:p>
          <a:p>
            <a:r>
              <a:rPr lang="pt-BR" sz="2000" dirty="0"/>
              <a:t>- Apontar riscos, inconsistências e lacunas;</a:t>
            </a:r>
          </a:p>
          <a:p>
            <a:r>
              <a:rPr lang="pt-BR" sz="2000" dirty="0"/>
              <a:t>- Responder com linguagem clara, voltada para profissionais de dados e negócio.</a:t>
            </a:r>
          </a:p>
          <a:p>
            <a:endParaRPr lang="pt-BR" sz="2000" dirty="0"/>
          </a:p>
          <a:p>
            <a:r>
              <a:rPr lang="pt-BR" sz="2000" dirty="0"/>
              <a:t>Sempre que possível:</a:t>
            </a:r>
          </a:p>
          <a:p>
            <a:r>
              <a:rPr lang="pt-BR" sz="2000" dirty="0"/>
              <a:t>- Organize as respostas em tópicos;</a:t>
            </a:r>
          </a:p>
          <a:p>
            <a:r>
              <a:rPr lang="pt-BR" sz="2000" dirty="0"/>
              <a:t>- Diferencie fatos observados de hipóteses;</a:t>
            </a:r>
          </a:p>
          <a:p>
            <a:r>
              <a:rPr lang="pt-BR" sz="2000" dirty="0"/>
              <a:t>- Indique quais arquivos sustentam cada conclusão.</a:t>
            </a:r>
          </a:p>
        </p:txBody>
      </p:sp>
    </p:spTree>
    <p:extLst>
      <p:ext uri="{BB962C8B-B14F-4D97-AF65-F5344CB8AC3E}">
        <p14:creationId xmlns:p14="http://schemas.microsoft.com/office/powerpoint/2010/main" val="359239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77F7-DC9E-6F30-8D5F-A46818D85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6DE0355A-D1D1-CB0A-F56C-F9AD0C93EA98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30601CE-6F9C-8AE0-797F-AACE7D571AC7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50FD6A60-9D3E-5999-E173-F0F0DBD3365E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Análise exploratória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6C06D2D0-3529-16AD-ABBB-66FB5BF6C969}"/>
              </a:ext>
            </a:extLst>
          </p:cNvPr>
          <p:cNvSpPr txBox="1">
            <a:spLocks/>
          </p:cNvSpPr>
          <p:nvPr/>
        </p:nvSpPr>
        <p:spPr>
          <a:xfrm>
            <a:off x="1446002" y="3165584"/>
            <a:ext cx="11371304" cy="2803433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pt-BR" dirty="0"/>
              <a:t>Leia os arquivos disponíveis neste projeto e me entregue uma visão inicial organizada em quatro partes:</a:t>
            </a:r>
          </a:p>
          <a:p>
            <a:endParaRPr lang="pt-BR" dirty="0"/>
          </a:p>
          <a:p>
            <a:r>
              <a:rPr lang="pt-BR" dirty="0"/>
              <a:t>1. O que cada arquivo parece conter;</a:t>
            </a:r>
          </a:p>
          <a:p>
            <a:r>
              <a:rPr lang="pt-BR" dirty="0"/>
              <a:t>2. Como esses arquivos podem se relacionar;</a:t>
            </a:r>
          </a:p>
          <a:p>
            <a:r>
              <a:rPr lang="pt-BR" dirty="0"/>
              <a:t>3. Quais análises já parecem possíveis;</a:t>
            </a:r>
          </a:p>
          <a:p>
            <a:r>
              <a:rPr lang="pt-BR" dirty="0"/>
              <a:t>4. Quais dúvidas ou limitações existem antes de avançarmos.</a:t>
            </a:r>
          </a:p>
        </p:txBody>
      </p:sp>
    </p:spTree>
    <p:extLst>
      <p:ext uri="{BB962C8B-B14F-4D97-AF65-F5344CB8AC3E}">
        <p14:creationId xmlns:p14="http://schemas.microsoft.com/office/powerpoint/2010/main" val="176044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7342-6861-CA65-C863-12F31776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880798EF-43A0-493A-C0E4-FC658D1738C5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047D2F39-DC66-CCF2-A6A3-59EC530464A2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648B2991-F771-44F6-4089-9631495748CD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Nova solicitação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2DEF8833-4138-E273-FE7F-B2985D9D5AB9}"/>
              </a:ext>
            </a:extLst>
          </p:cNvPr>
          <p:cNvSpPr txBox="1">
            <a:spLocks/>
          </p:cNvSpPr>
          <p:nvPr/>
        </p:nvSpPr>
        <p:spPr>
          <a:xfrm>
            <a:off x="1446002" y="3534916"/>
            <a:ext cx="11371304" cy="2064769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“Agora que já entendemos os arquivos disponíveis, eu preciso de algo mais concreto. Quero uma planilha simples, mas profissional, que reúna os principais indicadores de vendas, descontos e estoque. Não precisa ser um dashboard final ainda, mas quero um material que eu consiga abrir no Excel e usar em uma reunião com os gestores.”</a:t>
            </a:r>
          </a:p>
        </p:txBody>
      </p:sp>
    </p:spTree>
    <p:extLst>
      <p:ext uri="{BB962C8B-B14F-4D97-AF65-F5344CB8AC3E}">
        <p14:creationId xmlns:p14="http://schemas.microsoft.com/office/powerpoint/2010/main" val="301655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C59BF-FE63-9EDF-EBAA-91FBE0F4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3DA40066-CC1B-5D41-F041-455C0065D05F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92ACA11-2D4F-B362-5B78-E9D9E87B0BD7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5F9BEF99-A0D9-3963-118A-1425E87A4F9A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F1EB85AB-53C7-E3C0-2A44-C288C6DCBF56}"/>
              </a:ext>
            </a:extLst>
          </p:cNvPr>
          <p:cNvSpPr txBox="1">
            <a:spLocks/>
          </p:cNvSpPr>
          <p:nvPr/>
        </p:nvSpPr>
        <p:spPr>
          <a:xfrm>
            <a:off x="2701925" y="1660338"/>
            <a:ext cx="11371304" cy="6142808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sz="700" dirty="0"/>
              <a:t>Preciso criar uma planilha gerencial inicial em Excel para a diretoria da </a:t>
            </a:r>
            <a:r>
              <a:rPr lang="pt-BR" sz="700" dirty="0" err="1"/>
              <a:t>NovaMétrica</a:t>
            </a:r>
            <a:r>
              <a:rPr lang="pt-BR" sz="700" dirty="0"/>
              <a:t>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Ela deve ajudar a responder, de forma visual e objetiva:</a:t>
            </a:r>
          </a:p>
          <a:p>
            <a:pPr marL="0" indent="0">
              <a:buNone/>
            </a:pPr>
            <a:r>
              <a:rPr lang="pt-BR" sz="700" dirty="0"/>
              <a:t>- Como estão as vendas por categoria;</a:t>
            </a:r>
          </a:p>
          <a:p>
            <a:pPr marL="0" indent="0">
              <a:buNone/>
            </a:pPr>
            <a:r>
              <a:rPr lang="pt-BR" sz="700" dirty="0"/>
              <a:t>- Quais campanhas geraram mais receita;</a:t>
            </a:r>
          </a:p>
          <a:p>
            <a:pPr marL="0" indent="0">
              <a:buNone/>
            </a:pPr>
            <a:r>
              <a:rPr lang="pt-BR" sz="700" dirty="0"/>
              <a:t>- Onde os descontos estão mais altos;</a:t>
            </a:r>
          </a:p>
          <a:p>
            <a:pPr marL="0" indent="0">
              <a:buNone/>
            </a:pPr>
            <a:r>
              <a:rPr lang="pt-BR" sz="700" dirty="0"/>
              <a:t>- Quais produtos merecem atenção por risco de estoque ou excesso;</a:t>
            </a:r>
          </a:p>
          <a:p>
            <a:pPr marL="0" indent="0">
              <a:buNone/>
            </a:pPr>
            <a:r>
              <a:rPr lang="pt-BR" sz="700" dirty="0"/>
              <a:t>- Quais indicadores podem ser destacados em um resumo executivo.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Antes de criar o arquivo, proponha a melhor estrutura de abas, indicadores, tabelas e gráficos para essa planilha.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Crie um arquivo Excel chamado "Painel_Analitico_Inicial_NovaMetrica.xlsx" com base nos arquivos disponíveis neste projeto.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Objetivo do arquivo:</a:t>
            </a:r>
          </a:p>
          <a:p>
            <a:pPr marL="0" indent="0">
              <a:buNone/>
            </a:pPr>
            <a:r>
              <a:rPr lang="pt-BR" sz="700" dirty="0"/>
              <a:t>Entregar uma primeira visão gerencial da </a:t>
            </a:r>
            <a:r>
              <a:rPr lang="pt-BR" sz="700" dirty="0" err="1"/>
              <a:t>NovaMétrica</a:t>
            </a:r>
            <a:r>
              <a:rPr lang="pt-BR" sz="700" dirty="0"/>
              <a:t>, unindo informações de vendas, campanhas, descontos e estoque.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Estrutura esperada: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Aba 1 — Resumo Executivo</a:t>
            </a:r>
          </a:p>
          <a:p>
            <a:pPr marL="0" indent="0">
              <a:buNone/>
            </a:pPr>
            <a:r>
              <a:rPr lang="pt-BR" sz="700" dirty="0"/>
              <a:t>- KPIs principais: receita líquida total, margem bruta total, ticket médio aproximado, desconto médio e quantidade de pedidos;</a:t>
            </a:r>
          </a:p>
          <a:p>
            <a:pPr marL="0" indent="0">
              <a:buNone/>
            </a:pPr>
            <a:r>
              <a:rPr lang="pt-BR" sz="700" dirty="0"/>
              <a:t>- 3 a 5 destaques gerenciais em texto curto;</a:t>
            </a:r>
          </a:p>
          <a:p>
            <a:pPr marL="0" indent="0">
              <a:buNone/>
            </a:pPr>
            <a:r>
              <a:rPr lang="pt-BR" sz="700" dirty="0"/>
              <a:t>- Um pequeno bloco de alertas.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Aba 2 — Vendas por Categoria</a:t>
            </a:r>
          </a:p>
          <a:p>
            <a:pPr marL="0" indent="0">
              <a:buNone/>
            </a:pPr>
            <a:r>
              <a:rPr lang="pt-BR" sz="700" dirty="0"/>
              <a:t>- Receita líquida por categoria;</a:t>
            </a:r>
          </a:p>
          <a:p>
            <a:pPr marL="0" indent="0">
              <a:buNone/>
            </a:pPr>
            <a:r>
              <a:rPr lang="pt-BR" sz="700" dirty="0"/>
              <a:t>- Margem bruta por categoria;</a:t>
            </a:r>
          </a:p>
          <a:p>
            <a:pPr marL="0" indent="0">
              <a:buNone/>
            </a:pPr>
            <a:r>
              <a:rPr lang="pt-BR" sz="700" dirty="0"/>
              <a:t>- Quantidade vendida por categoria;</a:t>
            </a:r>
          </a:p>
          <a:p>
            <a:pPr marL="0" indent="0">
              <a:buNone/>
            </a:pPr>
            <a:r>
              <a:rPr lang="pt-BR" sz="700" dirty="0"/>
              <a:t>- Ranking das categorias;</a:t>
            </a:r>
          </a:p>
          <a:p>
            <a:pPr marL="0" indent="0">
              <a:buNone/>
            </a:pPr>
            <a:r>
              <a:rPr lang="pt-BR" sz="700" dirty="0"/>
              <a:t>- Gráfico simples para comparação.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Aba 3 — Campanhas e Descontos</a:t>
            </a:r>
          </a:p>
          <a:p>
            <a:pPr marL="0" indent="0">
              <a:buNone/>
            </a:pPr>
            <a:r>
              <a:rPr lang="pt-BR" sz="700" dirty="0"/>
              <a:t>- Receita por campanha;</a:t>
            </a:r>
          </a:p>
          <a:p>
            <a:pPr marL="0" indent="0">
              <a:buNone/>
            </a:pPr>
            <a:r>
              <a:rPr lang="pt-BR" sz="700" dirty="0"/>
              <a:t>- Desconto médio por campanha;</a:t>
            </a:r>
          </a:p>
          <a:p>
            <a:pPr marL="0" indent="0">
              <a:buNone/>
            </a:pPr>
            <a:r>
              <a:rPr lang="pt-BR" sz="700" dirty="0"/>
              <a:t>- Margem por campanha;</a:t>
            </a:r>
          </a:p>
          <a:p>
            <a:pPr marL="0" indent="0">
              <a:buNone/>
            </a:pPr>
            <a:r>
              <a:rPr lang="pt-BR" sz="700" dirty="0"/>
              <a:t>- Indicação de campanhas que merecem investigação por desconto elevado.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Aba 4 — Estoque em Atenção</a:t>
            </a:r>
          </a:p>
          <a:p>
            <a:pPr marL="0" indent="0">
              <a:buNone/>
            </a:pPr>
            <a:r>
              <a:rPr lang="pt-BR" sz="700" dirty="0"/>
              <a:t>- Produtos com status de estoque crítico;</a:t>
            </a:r>
          </a:p>
          <a:p>
            <a:pPr marL="0" indent="0">
              <a:buNone/>
            </a:pPr>
            <a:r>
              <a:rPr lang="pt-BR" sz="700" dirty="0"/>
              <a:t>- Produtos com possível excesso de estoque;</a:t>
            </a:r>
          </a:p>
          <a:p>
            <a:pPr marL="0" indent="0">
              <a:buNone/>
            </a:pPr>
            <a:r>
              <a:rPr lang="pt-BR" sz="700" dirty="0"/>
              <a:t>- Produtos com muitos dias sem venda;</a:t>
            </a:r>
          </a:p>
          <a:p>
            <a:pPr marL="0" indent="0">
              <a:buNone/>
            </a:pPr>
            <a:r>
              <a:rPr lang="pt-BR" sz="700" dirty="0"/>
              <a:t>- Priorização de itens que combinam risco operacional e relevância comercial.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Aba 5 — Premissas e Observações</a:t>
            </a:r>
          </a:p>
          <a:p>
            <a:pPr marL="0" indent="0">
              <a:buNone/>
            </a:pPr>
            <a:r>
              <a:rPr lang="pt-BR" sz="700" dirty="0"/>
              <a:t>- Quais arquivos foram usados;</a:t>
            </a:r>
          </a:p>
          <a:p>
            <a:pPr marL="0" indent="0">
              <a:buNone/>
            </a:pPr>
            <a:r>
              <a:rPr lang="pt-BR" sz="700" dirty="0"/>
              <a:t>- Quais critérios foram adotados;</a:t>
            </a:r>
          </a:p>
          <a:p>
            <a:pPr marL="0" indent="0">
              <a:buNone/>
            </a:pPr>
            <a:r>
              <a:rPr lang="pt-BR" sz="700" dirty="0"/>
              <a:t>- Quais limitações ou pontos precisam de validação futura.</a:t>
            </a:r>
          </a:p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r>
              <a:rPr lang="pt-BR" sz="700" dirty="0"/>
              <a:t>Requisitos de apresentação:</a:t>
            </a:r>
          </a:p>
          <a:p>
            <a:pPr marL="0" indent="0">
              <a:buNone/>
            </a:pPr>
            <a:r>
              <a:rPr lang="pt-BR" sz="700" dirty="0"/>
              <a:t>- Formatação profissional;</a:t>
            </a:r>
          </a:p>
          <a:p>
            <a:pPr marL="0" indent="0">
              <a:buNone/>
            </a:pPr>
            <a:r>
              <a:rPr lang="pt-BR" sz="700" dirty="0"/>
              <a:t>- Cabeçalhos destacados;</a:t>
            </a:r>
          </a:p>
          <a:p>
            <a:pPr marL="0" indent="0">
              <a:buNone/>
            </a:pPr>
            <a:r>
              <a:rPr lang="pt-BR" sz="700" dirty="0"/>
              <a:t>- Valores monetários formatados;</a:t>
            </a:r>
          </a:p>
          <a:p>
            <a:pPr marL="0" indent="0">
              <a:buNone/>
            </a:pPr>
            <a:r>
              <a:rPr lang="pt-BR" sz="700" dirty="0"/>
              <a:t>- Percentuais formatados;</a:t>
            </a:r>
          </a:p>
          <a:p>
            <a:pPr marL="0" indent="0">
              <a:buNone/>
            </a:pPr>
            <a:r>
              <a:rPr lang="pt-BR" sz="700" dirty="0"/>
              <a:t>- Organização visual limpa;</a:t>
            </a:r>
          </a:p>
          <a:p>
            <a:pPr marL="0" indent="0">
              <a:buNone/>
            </a:pPr>
            <a:r>
              <a:rPr lang="pt-BR" sz="700" dirty="0"/>
              <a:t>- Gráficos quando fizer sentido;</a:t>
            </a:r>
          </a:p>
          <a:p>
            <a:pPr marL="0" indent="0">
              <a:buNone/>
            </a:pPr>
            <a:r>
              <a:rPr lang="pt-BR" sz="700" dirty="0"/>
              <a:t>- Deixe o arquivo pronto para ser aberto e usado em Excel.</a:t>
            </a:r>
          </a:p>
        </p:txBody>
      </p:sp>
    </p:spTree>
    <p:extLst>
      <p:ext uri="{BB962C8B-B14F-4D97-AF65-F5344CB8AC3E}">
        <p14:creationId xmlns:p14="http://schemas.microsoft.com/office/powerpoint/2010/main" val="398320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CE68-2B98-044E-5075-64197A70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A18093B8-5967-E223-D62C-FB8E3038ECDA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0FDD6314-A6D9-82B5-BC40-7AFF8366A630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5DDB6E36-3BBB-964B-FF7D-7DB980B0DDC4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Nova solicitação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8EF2A210-F32B-2AE3-B969-8E3DD3D622B8}"/>
              </a:ext>
            </a:extLst>
          </p:cNvPr>
          <p:cNvSpPr txBox="1">
            <a:spLocks/>
          </p:cNvSpPr>
          <p:nvPr/>
        </p:nvSpPr>
        <p:spPr>
          <a:xfrm>
            <a:off x="1446002" y="3719582"/>
            <a:ext cx="11371304" cy="1695437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“A planilha está muito boa como ponto de partida, mas antes de eu levar isso para a reunião, preciso deixá-la mais clara. Quero que melhore a aba de RESUMO EXECUTIVO, para que eu consiga resumir a reunião de uma forma mais simples, sem tomar muito o tempo dos gerentes.”</a:t>
            </a:r>
          </a:p>
        </p:txBody>
      </p:sp>
    </p:spTree>
    <p:extLst>
      <p:ext uri="{BB962C8B-B14F-4D97-AF65-F5344CB8AC3E}">
        <p14:creationId xmlns:p14="http://schemas.microsoft.com/office/powerpoint/2010/main" val="380647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4ECD-72BD-90EB-9BEC-5F66B997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6E209D1F-D630-56B8-6DC2-83E0D2DE8D9A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D69098B7-F1B6-93DD-7A71-E63043F37E98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AC02DE3C-586A-D7B3-424F-F06B4DC12635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B583128A-5D1A-FE70-3595-7EC475EEDBEC}"/>
              </a:ext>
            </a:extLst>
          </p:cNvPr>
          <p:cNvSpPr txBox="1">
            <a:spLocks/>
          </p:cNvSpPr>
          <p:nvPr/>
        </p:nvSpPr>
        <p:spPr>
          <a:xfrm>
            <a:off x="1446002" y="3165584"/>
            <a:ext cx="11371304" cy="3542096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Faça melhorias na aba "Resumo Executivo" para deixá-la mais adequada a uma apresentação para diretoria.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Aplique as seguintes mudanças:</a:t>
            </a:r>
          </a:p>
          <a:p>
            <a:pPr marL="0" indent="0">
              <a:buNone/>
            </a:pPr>
            <a:r>
              <a:rPr lang="pt-BR" dirty="0"/>
              <a:t>- Destaque visualmente os KPIs principais;</a:t>
            </a:r>
          </a:p>
          <a:p>
            <a:pPr marL="0" indent="0">
              <a:buNone/>
            </a:pPr>
            <a:r>
              <a:rPr lang="pt-BR" dirty="0"/>
              <a:t>- Crie uma seção chamada "Principais Alertas";</a:t>
            </a:r>
          </a:p>
          <a:p>
            <a:pPr marL="0" indent="0">
              <a:buNone/>
            </a:pPr>
            <a:r>
              <a:rPr lang="pt-BR" dirty="0"/>
              <a:t>- Liste nessa seção até 3 alertas relevantes com base nos dados da planilha;</a:t>
            </a:r>
          </a:p>
          <a:p>
            <a:pPr marL="0" indent="0">
              <a:buNone/>
            </a:pPr>
            <a:r>
              <a:rPr lang="pt-BR" dirty="0"/>
              <a:t>- Deixe o conteúdo mais objetivo e com linguagem executiva;</a:t>
            </a:r>
          </a:p>
          <a:p>
            <a:pPr marL="0" indent="0">
              <a:buNone/>
            </a:pPr>
            <a:r>
              <a:rPr lang="pt-BR" dirty="0"/>
              <a:t>- Preserve o restante da estrutura do arquivo.</a:t>
            </a:r>
          </a:p>
        </p:txBody>
      </p:sp>
    </p:spTree>
    <p:extLst>
      <p:ext uri="{BB962C8B-B14F-4D97-AF65-F5344CB8AC3E}">
        <p14:creationId xmlns:p14="http://schemas.microsoft.com/office/powerpoint/2010/main" val="384367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3FC1F-5C51-2D8F-3882-43FB53373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8DE231AD-09DB-539F-10CC-29AEB0161294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91D2C0FF-2846-88AB-FF7B-1706D04733ED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5F035B7A-6E0F-9617-49A0-6CFBD93CE37B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5439858B-3989-E844-9011-F470E664303D}"/>
              </a:ext>
            </a:extLst>
          </p:cNvPr>
          <p:cNvSpPr txBox="1">
            <a:spLocks/>
          </p:cNvSpPr>
          <p:nvPr/>
        </p:nvSpPr>
        <p:spPr>
          <a:xfrm>
            <a:off x="1446002" y="3350251"/>
            <a:ext cx="11371304" cy="3172764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“A análise está ficando excelente. Agora preciso de dois materiais para a reunião de diretoria: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um relatório executivo, explicando os principais achados; </a:t>
            </a:r>
          </a:p>
          <a:p>
            <a:r>
              <a:rPr lang="pt-BR" dirty="0"/>
              <a:t>uma apresentação curta, objetiva e visual, para conduzir a discussão com os gestores.</a:t>
            </a:r>
            <a:br>
              <a:rPr lang="pt-BR" dirty="0"/>
            </a:br>
            <a:r>
              <a:rPr lang="pt-BR" dirty="0"/>
              <a:t>Quero que os dois materiais contem a mesma história, sem excesso de detalhes técnicos.”</a:t>
            </a:r>
          </a:p>
        </p:txBody>
      </p:sp>
    </p:spTree>
    <p:extLst>
      <p:ext uri="{BB962C8B-B14F-4D97-AF65-F5344CB8AC3E}">
        <p14:creationId xmlns:p14="http://schemas.microsoft.com/office/powerpoint/2010/main" val="330690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69CC-ED64-D012-FD00-E3EFDA87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BD31578D-D640-1E8A-A948-8322C47DC0D5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D656F0-B01F-970D-B077-2515C4F72FDB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56A3023F-C4E0-4CFC-377A-8012EE19C2B2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44F68B00-D31D-6967-072A-B1419AFA0DE8}"/>
              </a:ext>
            </a:extLst>
          </p:cNvPr>
          <p:cNvSpPr txBox="1">
            <a:spLocks/>
          </p:cNvSpPr>
          <p:nvPr/>
        </p:nvSpPr>
        <p:spPr>
          <a:xfrm>
            <a:off x="2757009" y="1572016"/>
            <a:ext cx="11371304" cy="6481362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sz="1100" dirty="0"/>
              <a:t>Quero criar uma Skill personalizada para este projeto.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100" dirty="0"/>
              <a:t>O objetivo da Skill será ajudar a transformar análises de dados da </a:t>
            </a:r>
            <a:r>
              <a:rPr lang="pt-BR" sz="1100" dirty="0" err="1"/>
              <a:t>NovaMétrica</a:t>
            </a:r>
            <a:r>
              <a:rPr lang="pt-BR" sz="1100" dirty="0"/>
              <a:t> em entregáveis executivos padronizados para gestores.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100" dirty="0"/>
              <a:t>Essa Skill deve ser usada sempre que eu pedir:</a:t>
            </a:r>
          </a:p>
          <a:p>
            <a:pPr marL="0" indent="0">
              <a:buNone/>
            </a:pPr>
            <a:r>
              <a:rPr lang="pt-BR" sz="1100" dirty="0"/>
              <a:t>- relatório executivo;</a:t>
            </a:r>
          </a:p>
          <a:p>
            <a:pPr marL="0" indent="0">
              <a:buNone/>
            </a:pPr>
            <a:r>
              <a:rPr lang="pt-BR" sz="1100" dirty="0"/>
              <a:t>- documento gerencial;</a:t>
            </a:r>
          </a:p>
          <a:p>
            <a:pPr marL="0" indent="0">
              <a:buNone/>
            </a:pPr>
            <a:r>
              <a:rPr lang="pt-BR" sz="1100" dirty="0"/>
              <a:t>- apresentação de resultados;</a:t>
            </a:r>
          </a:p>
          <a:p>
            <a:pPr marL="0" indent="0">
              <a:buNone/>
            </a:pPr>
            <a:r>
              <a:rPr lang="pt-BR" sz="1100" dirty="0"/>
              <a:t>- resumo de insights para diretoria;</a:t>
            </a:r>
          </a:p>
          <a:p>
            <a:pPr marL="0" indent="0">
              <a:buNone/>
            </a:pPr>
            <a:r>
              <a:rPr lang="pt-BR" sz="1100" dirty="0"/>
              <a:t>- material de tomada de decisão.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100" dirty="0"/>
              <a:t>Ela deve orientar Claude a:</a:t>
            </a:r>
          </a:p>
          <a:p>
            <a:pPr marL="0" indent="0">
              <a:buNone/>
            </a:pPr>
            <a:r>
              <a:rPr lang="pt-BR" sz="1100" dirty="0"/>
              <a:t>1. Priorizar clareza e objetividade;</a:t>
            </a:r>
          </a:p>
          <a:p>
            <a:pPr marL="0" indent="0">
              <a:buNone/>
            </a:pPr>
            <a:r>
              <a:rPr lang="pt-BR" sz="1100" dirty="0"/>
              <a:t>2. Separar fatos observados, interpretações e recomendações;</a:t>
            </a:r>
          </a:p>
          <a:p>
            <a:pPr marL="0" indent="0">
              <a:buNone/>
            </a:pPr>
            <a:r>
              <a:rPr lang="pt-BR" sz="1100" dirty="0"/>
              <a:t>3. Evitar exageros ou conclusões não sustentadas;</a:t>
            </a:r>
          </a:p>
          <a:p>
            <a:pPr marL="0" indent="0">
              <a:buNone/>
            </a:pPr>
            <a:r>
              <a:rPr lang="pt-BR" sz="1100" dirty="0"/>
              <a:t>4. Criar materiais com linguagem de negócio;</a:t>
            </a:r>
          </a:p>
          <a:p>
            <a:pPr marL="0" indent="0">
              <a:buNone/>
            </a:pPr>
            <a:r>
              <a:rPr lang="pt-BR" sz="1100" dirty="0"/>
              <a:t>5. Organizar relatórios em estrutura executiva;</a:t>
            </a:r>
          </a:p>
          <a:p>
            <a:pPr marL="0" indent="0">
              <a:buNone/>
            </a:pPr>
            <a:r>
              <a:rPr lang="pt-BR" sz="1100" dirty="0"/>
              <a:t>6. Organizar apresentações em uma narrativa lógica, curta e visual.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100" dirty="0"/>
              <a:t>Crie essa Skill completa, pronta para ser empacotada e enviada ao Claude.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100" dirty="0"/>
              <a:t>Crie a Skill com o nome: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100" dirty="0"/>
              <a:t>Entregáveis Executivos </a:t>
            </a:r>
            <a:r>
              <a:rPr lang="pt-BR" sz="1100" dirty="0" err="1"/>
              <a:t>NovaMétrica</a:t>
            </a:r>
            <a:endParaRPr lang="pt-BR" sz="1100" dirty="0"/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100" dirty="0"/>
              <a:t>Monte o conteúdo do arquivo Skill.md com:</a:t>
            </a:r>
          </a:p>
          <a:p>
            <a:pPr marL="0" indent="0">
              <a:buNone/>
            </a:pPr>
            <a:r>
              <a:rPr lang="pt-BR" sz="1100" dirty="0"/>
              <a:t>- YAML </a:t>
            </a:r>
            <a:r>
              <a:rPr lang="pt-BR" sz="1100" dirty="0" err="1"/>
              <a:t>frontmatter</a:t>
            </a:r>
            <a:r>
              <a:rPr lang="pt-BR" sz="1100" dirty="0"/>
              <a:t> contendo </a:t>
            </a:r>
            <a:r>
              <a:rPr lang="pt-BR" sz="1100" dirty="0" err="1"/>
              <a:t>name</a:t>
            </a:r>
            <a:r>
              <a:rPr lang="pt-BR" sz="1100" dirty="0"/>
              <a:t> e </a:t>
            </a:r>
            <a:r>
              <a:rPr lang="pt-BR" sz="1100" dirty="0" err="1"/>
              <a:t>description</a:t>
            </a:r>
            <a:r>
              <a:rPr lang="pt-BR" sz="1100" dirty="0"/>
              <a:t>;</a:t>
            </a:r>
          </a:p>
          <a:p>
            <a:pPr marL="0" indent="0">
              <a:buNone/>
            </a:pPr>
            <a:r>
              <a:rPr lang="pt-BR" sz="1100" dirty="0"/>
              <a:t>- objetivo da Skill;</a:t>
            </a:r>
          </a:p>
          <a:p>
            <a:pPr marL="0" indent="0">
              <a:buNone/>
            </a:pPr>
            <a:r>
              <a:rPr lang="pt-BR" sz="1100" dirty="0"/>
              <a:t>- quando ela deve ser usada;</a:t>
            </a:r>
          </a:p>
          <a:p>
            <a:pPr marL="0" indent="0">
              <a:buNone/>
            </a:pPr>
            <a:r>
              <a:rPr lang="pt-BR" sz="1100" dirty="0"/>
              <a:t>- diretrizes de linguagem;</a:t>
            </a:r>
          </a:p>
          <a:p>
            <a:pPr marL="0" indent="0">
              <a:buNone/>
            </a:pPr>
            <a:r>
              <a:rPr lang="pt-BR" sz="1100" dirty="0"/>
              <a:t>- estrutura padrão para relatórios executivos;</a:t>
            </a:r>
          </a:p>
          <a:p>
            <a:pPr marL="0" indent="0">
              <a:buNone/>
            </a:pPr>
            <a:r>
              <a:rPr lang="pt-BR" sz="1100" dirty="0"/>
              <a:t>- estrutura padrão para apresentações executivas;</a:t>
            </a:r>
          </a:p>
          <a:p>
            <a:pPr marL="0" indent="0">
              <a:buNone/>
            </a:pPr>
            <a:r>
              <a:rPr lang="pt-BR" sz="1100" dirty="0"/>
              <a:t>- critérios para transformar dados em recomendações;</a:t>
            </a:r>
          </a:p>
          <a:p>
            <a:pPr marL="0" indent="0">
              <a:buNone/>
            </a:pPr>
            <a:r>
              <a:rPr lang="pt-BR" sz="1100" dirty="0"/>
              <a:t>- cuidados para não confundir hipótese com evidência;</a:t>
            </a:r>
          </a:p>
          <a:p>
            <a:pPr marL="0" indent="0">
              <a:buNone/>
            </a:pPr>
            <a:r>
              <a:rPr lang="pt-BR" sz="1100" dirty="0"/>
              <a:t>- exemplos de prompts que devem acionar essa Skill.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1100" dirty="0"/>
              <a:t>Depois, gere a pasta da Skill e empacote tudo em um arquivo .zip pronto para upload.</a:t>
            </a:r>
          </a:p>
        </p:txBody>
      </p:sp>
    </p:spTree>
    <p:extLst>
      <p:ext uri="{BB962C8B-B14F-4D97-AF65-F5344CB8AC3E}">
        <p14:creationId xmlns:p14="http://schemas.microsoft.com/office/powerpoint/2010/main" val="25304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933D8-946E-53C5-D540-0E107F60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DBE7CAE1-9775-2097-B634-D54A7D89D036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8B8C8EF-4331-00E2-F87A-49F614C91F28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BCBCF4A5-6DC6-A371-4417-A9021727D367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8390026C-2F8F-42F8-1CC7-27015057C4FE}"/>
              </a:ext>
            </a:extLst>
          </p:cNvPr>
          <p:cNvSpPr txBox="1">
            <a:spLocks/>
          </p:cNvSpPr>
          <p:nvPr/>
        </p:nvSpPr>
        <p:spPr>
          <a:xfrm>
            <a:off x="2757009" y="1656656"/>
            <a:ext cx="11371304" cy="6312085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sz="1800" dirty="0"/>
              <a:t>Use a análise já desenvolvida no projeto </a:t>
            </a:r>
            <a:r>
              <a:rPr lang="pt-BR" sz="1800" dirty="0" err="1"/>
              <a:t>NovaMétrica</a:t>
            </a:r>
            <a:r>
              <a:rPr lang="pt-BR" sz="1800" dirty="0"/>
              <a:t> e gere um relatório executivo em Word para a diretoria.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O relatório deve seguir o padrão da Skill "Entregáveis Executivos </a:t>
            </a:r>
            <a:r>
              <a:rPr lang="pt-BR" sz="1800" dirty="0" err="1"/>
              <a:t>NovaMétrica</a:t>
            </a:r>
            <a:r>
              <a:rPr lang="pt-BR" sz="1800" dirty="0"/>
              <a:t>" e conter: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1. Título profissional;</a:t>
            </a:r>
          </a:p>
          <a:p>
            <a:pPr marL="0" indent="0">
              <a:buNone/>
            </a:pPr>
            <a:r>
              <a:rPr lang="pt-BR" sz="1800" dirty="0"/>
              <a:t>2. Objetivo da análise;</a:t>
            </a:r>
          </a:p>
          <a:p>
            <a:pPr marL="0" indent="0">
              <a:buNone/>
            </a:pPr>
            <a:r>
              <a:rPr lang="pt-BR" sz="1800" dirty="0"/>
              <a:t>3. Resumo executivo;</a:t>
            </a:r>
          </a:p>
          <a:p>
            <a:pPr marL="0" indent="0">
              <a:buNone/>
            </a:pPr>
            <a:r>
              <a:rPr lang="pt-BR" sz="1800" dirty="0"/>
              <a:t>4. Principais achados sobre vendas, campanhas, descontos e estoque;</a:t>
            </a:r>
          </a:p>
          <a:p>
            <a:pPr marL="0" indent="0">
              <a:buNone/>
            </a:pPr>
            <a:r>
              <a:rPr lang="pt-BR" sz="1800" dirty="0"/>
              <a:t>5. Evidências observadas nos arquivos do projeto;</a:t>
            </a:r>
          </a:p>
          <a:p>
            <a:pPr marL="0" indent="0">
              <a:buNone/>
            </a:pPr>
            <a:r>
              <a:rPr lang="pt-BR" sz="1800" dirty="0"/>
              <a:t>6. Riscos de negócio;</a:t>
            </a:r>
          </a:p>
          <a:p>
            <a:pPr marL="0" indent="0">
              <a:buNone/>
            </a:pPr>
            <a:r>
              <a:rPr lang="pt-BR" sz="1800" dirty="0"/>
              <a:t>7. Recomendações prioritárias;</a:t>
            </a:r>
          </a:p>
          <a:p>
            <a:pPr marL="0" indent="0">
              <a:buNone/>
            </a:pPr>
            <a:r>
              <a:rPr lang="pt-BR" sz="1800" dirty="0"/>
              <a:t>8. Próximos passos.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Requisitos:</a:t>
            </a:r>
          </a:p>
          <a:p>
            <a:pPr marL="0" indent="0">
              <a:buNone/>
            </a:pPr>
            <a:r>
              <a:rPr lang="pt-BR" sz="1800" dirty="0"/>
              <a:t>- Linguagem clara e executiva;</a:t>
            </a:r>
          </a:p>
          <a:p>
            <a:pPr marL="0" indent="0">
              <a:buNone/>
            </a:pPr>
            <a:r>
              <a:rPr lang="pt-BR" sz="1800" dirty="0"/>
              <a:t>- Texto bem organizado;</a:t>
            </a:r>
          </a:p>
          <a:p>
            <a:pPr marL="0" indent="0">
              <a:buNone/>
            </a:pPr>
            <a:r>
              <a:rPr lang="pt-BR" sz="1800" dirty="0"/>
              <a:t>- Títulos e subtítulos profissionais;</a:t>
            </a:r>
          </a:p>
          <a:p>
            <a:pPr marL="0" indent="0">
              <a:buNone/>
            </a:pPr>
            <a:r>
              <a:rPr lang="pt-BR" sz="1800" dirty="0"/>
              <a:t>- Destaques quando necessário;</a:t>
            </a:r>
          </a:p>
          <a:p>
            <a:pPr marL="0" indent="0">
              <a:buNone/>
            </a:pPr>
            <a:r>
              <a:rPr lang="pt-BR" sz="1800" dirty="0"/>
              <a:t>- Não exagerar conclusões;</a:t>
            </a:r>
          </a:p>
          <a:p>
            <a:pPr marL="0" indent="0">
              <a:buNone/>
            </a:pPr>
            <a:r>
              <a:rPr lang="pt-BR" sz="1800" dirty="0"/>
              <a:t>- Separar fatos, interpretações e recomendações;</a:t>
            </a:r>
          </a:p>
          <a:p>
            <a:pPr marL="0" indent="0">
              <a:buNone/>
            </a:pPr>
            <a:r>
              <a:rPr lang="pt-BR" sz="1800" dirty="0"/>
              <a:t>- Gerar o arquivo em .</a:t>
            </a:r>
            <a:r>
              <a:rPr lang="pt-BR" sz="1800" dirty="0" err="1"/>
              <a:t>docx</a:t>
            </a:r>
            <a:r>
              <a:rPr lang="pt-B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088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4971-D0E1-E1BE-50A4-98999A01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345F3D2F-780C-DB05-633F-86061263045A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A253C7E-F888-C2CB-C748-B87767DD4B67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CB0329F0-1B71-C6C7-1CC5-87EB6EAFD15F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Nova demanda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20C54B87-127A-46B6-F43A-BCFFF51FD67F}"/>
              </a:ext>
            </a:extLst>
          </p:cNvPr>
          <p:cNvSpPr txBox="1">
            <a:spLocks/>
          </p:cNvSpPr>
          <p:nvPr/>
        </p:nvSpPr>
        <p:spPr>
          <a:xfrm>
            <a:off x="1857902" y="3165584"/>
            <a:ext cx="11371304" cy="2064769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“Antes da próxima reunião, precisamos garantir que a análise esteja alinhada com tudo o que já foi discutido. Existem documentos no Drive, e-mails recentes da operação e do marketing, além de compromissos importantes no calendário do projeto. Em vez de revisar tudo manualmente, use o Claude para reunir esse contexto e me dizer o que merece atenção.”</a:t>
            </a:r>
          </a:p>
        </p:txBody>
      </p:sp>
    </p:spTree>
    <p:extLst>
      <p:ext uri="{BB962C8B-B14F-4D97-AF65-F5344CB8AC3E}">
        <p14:creationId xmlns:p14="http://schemas.microsoft.com/office/powerpoint/2010/main" val="403797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9633A-39FA-AC9E-0A71-CD7F30D9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440004EC-18ED-FA6F-562E-FB77EE55C272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A656D26F-8A90-E650-2996-5C7B24BFA2F8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D8B8D9E9-5461-15F4-253F-552B96DF4AFF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Drive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2F40FFCE-4A74-A691-08C7-ADE15DCFB7FC}"/>
              </a:ext>
            </a:extLst>
          </p:cNvPr>
          <p:cNvSpPr txBox="1">
            <a:spLocks/>
          </p:cNvSpPr>
          <p:nvPr/>
        </p:nvSpPr>
        <p:spPr>
          <a:xfrm>
            <a:off x="1857902" y="2980918"/>
            <a:ext cx="11371304" cy="2434101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No meu Google Drive, procure um documento relacionado ao planejamento de campanhas da </a:t>
            </a:r>
            <a:r>
              <a:rPr lang="pt-BR" dirty="0" err="1"/>
              <a:t>NovaMétrica</a:t>
            </a:r>
            <a:r>
              <a:rPr lang="pt-BR" dirty="0"/>
              <a:t> para 2026, na pasta:</a:t>
            </a:r>
          </a:p>
          <a:p>
            <a:pPr marL="0" indent="0">
              <a:buNone/>
            </a:pPr>
            <a:r>
              <a:rPr lang="pt-BR" dirty="0"/>
              <a:t>Quero que você identifique o arquivo mais relevante e me diga do que ele trata.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Com base nesse documento de planejamento de campanhas, quais pontos merecem atenção do time de dados antes da próxima reunião executiva?</a:t>
            </a:r>
          </a:p>
        </p:txBody>
      </p:sp>
    </p:spTree>
    <p:extLst>
      <p:ext uri="{BB962C8B-B14F-4D97-AF65-F5344CB8AC3E}">
        <p14:creationId xmlns:p14="http://schemas.microsoft.com/office/powerpoint/2010/main" val="103802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2AD3-AD2A-85C9-A5DD-71B598A8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10CA15F2-7DBF-9687-F4E6-9185493CF009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A7A8C8BF-FC5F-0BE0-0933-50951717CA36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CC23B18B-30F0-A83B-E0A1-41F24B0A7909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Gmail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F80BBF7F-9CB0-8759-1992-CAA394240E70}"/>
              </a:ext>
            </a:extLst>
          </p:cNvPr>
          <p:cNvSpPr txBox="1">
            <a:spLocks/>
          </p:cNvSpPr>
          <p:nvPr/>
        </p:nvSpPr>
        <p:spPr>
          <a:xfrm>
            <a:off x="1857902" y="2796253"/>
            <a:ext cx="11371304" cy="3172764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Procure no meu Gmail e-mails relacionados à </a:t>
            </a:r>
            <a:r>
              <a:rPr lang="pt-BR" dirty="0" err="1"/>
              <a:t>NovaMétrica</a:t>
            </a:r>
            <a:r>
              <a:rPr lang="pt-BR" dirty="0"/>
              <a:t> que mencionem:</a:t>
            </a:r>
          </a:p>
          <a:p>
            <a:pPr marL="0" indent="0">
              <a:buNone/>
            </a:pPr>
            <a:r>
              <a:rPr lang="pt-BR" dirty="0"/>
              <a:t>- risco de estoque;</a:t>
            </a:r>
          </a:p>
          <a:p>
            <a:pPr marL="0" indent="0">
              <a:buNone/>
            </a:pPr>
            <a:r>
              <a:rPr lang="pt-BR" dirty="0"/>
              <a:t>- desempenho de campanhas;</a:t>
            </a:r>
          </a:p>
          <a:p>
            <a:pPr marL="0" indent="0">
              <a:buNone/>
            </a:pPr>
            <a:r>
              <a:rPr lang="pt-BR" dirty="0"/>
              <a:t>- dúvidas da diretoria para a reunião executiva.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Faça um resumo dos e-mails mais relevantes. Com base nesses e-mails, quais são as 5 principais preocupações internas da </a:t>
            </a:r>
            <a:r>
              <a:rPr lang="pt-BR" dirty="0" err="1"/>
              <a:t>NovaMétrica</a:t>
            </a:r>
            <a:r>
              <a:rPr lang="pt-BR" dirty="0"/>
              <a:t> neste momento?</a:t>
            </a:r>
          </a:p>
          <a:p>
            <a:pPr marL="0" indent="0">
              <a:buNone/>
            </a:pPr>
            <a:r>
              <a:rPr lang="pt-BR" dirty="0"/>
              <a:t>Organize da mais urgente para a menos urgente.</a:t>
            </a:r>
          </a:p>
        </p:txBody>
      </p:sp>
    </p:spTree>
    <p:extLst>
      <p:ext uri="{BB962C8B-B14F-4D97-AF65-F5344CB8AC3E}">
        <p14:creationId xmlns:p14="http://schemas.microsoft.com/office/powerpoint/2010/main" val="47381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94BC-EE61-FA9E-EA47-90A3DB33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6BF662CE-7478-DD84-492A-5203E5EBC2FB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7BE5BAD6-CE82-64D1-98B0-FCAEB6E22E38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51D89144-8C7B-3F9E-F3F9-43F3BBCA72D2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</a:t>
            </a:r>
            <a:r>
              <a:rPr lang="pt-BR" dirty="0" err="1">
                <a:solidFill>
                  <a:srgbClr val="2BDEFD"/>
                </a:solidFill>
              </a:rPr>
              <a:t>Calendar</a:t>
            </a:r>
            <a:endParaRPr lang="pt-BR" dirty="0">
              <a:solidFill>
                <a:srgbClr val="2BDEFD"/>
              </a:solidFill>
            </a:endParaRP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9700965B-37D0-B63D-5F9F-919C60B29297}"/>
              </a:ext>
            </a:extLst>
          </p:cNvPr>
          <p:cNvSpPr txBox="1">
            <a:spLocks/>
          </p:cNvSpPr>
          <p:nvPr/>
        </p:nvSpPr>
        <p:spPr>
          <a:xfrm>
            <a:off x="1857902" y="3598396"/>
            <a:ext cx="11371304" cy="1326105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Verifique no meu Google </a:t>
            </a:r>
            <a:r>
              <a:rPr lang="pt-BR" dirty="0" err="1"/>
              <a:t>Calendar</a:t>
            </a:r>
            <a:r>
              <a:rPr lang="pt-BR" dirty="0"/>
              <a:t> quais compromissos relacionados à </a:t>
            </a:r>
            <a:r>
              <a:rPr lang="pt-BR" dirty="0" err="1"/>
              <a:t>NovaMétrica</a:t>
            </a:r>
            <a:r>
              <a:rPr lang="pt-BR" dirty="0"/>
              <a:t> estão agendados nas próximas semanas.</a:t>
            </a:r>
          </a:p>
          <a:p>
            <a:pPr marL="0" indent="0">
              <a:buNone/>
            </a:pPr>
            <a:r>
              <a:rPr lang="pt-BR" dirty="0"/>
              <a:t>Liste os eventos em ordem cronológica e destaque o objetivo de cada reunião.</a:t>
            </a:r>
          </a:p>
        </p:txBody>
      </p:sp>
    </p:spTree>
    <p:extLst>
      <p:ext uri="{BB962C8B-B14F-4D97-AF65-F5344CB8AC3E}">
        <p14:creationId xmlns:p14="http://schemas.microsoft.com/office/powerpoint/2010/main" val="200024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ECA6A-CEA1-3570-AB6F-ABBBA94E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FEA83E28-A665-9F6F-290E-368F993223BA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6764ABB-3586-040D-E25D-F5E819785471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E08BA6F3-D840-2377-4492-AAA0A8218582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</a:t>
            </a:r>
            <a:r>
              <a:rPr lang="pt-BR" dirty="0" err="1">
                <a:solidFill>
                  <a:srgbClr val="2BDEFD"/>
                </a:solidFill>
              </a:rPr>
              <a:t>Calendar</a:t>
            </a:r>
            <a:endParaRPr lang="pt-BR" dirty="0">
              <a:solidFill>
                <a:srgbClr val="2BDEFD"/>
              </a:solidFill>
            </a:endParaRP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D6775C84-3154-EACC-220D-C5024E928416}"/>
              </a:ext>
            </a:extLst>
          </p:cNvPr>
          <p:cNvSpPr txBox="1">
            <a:spLocks/>
          </p:cNvSpPr>
          <p:nvPr/>
        </p:nvSpPr>
        <p:spPr>
          <a:xfrm>
            <a:off x="1857902" y="3598396"/>
            <a:ext cx="11371304" cy="1326105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Considerando os eventos do calendário e os e-mails que você encontrou, qual deve ser a prioridade do analista de dados até a reunião de prévia para diretoria?</a:t>
            </a:r>
          </a:p>
          <a:p>
            <a:pPr marL="0" indent="0">
              <a:buNone/>
            </a:pPr>
            <a:r>
              <a:rPr lang="pt-BR" dirty="0"/>
              <a:t>Monte uma lista de ações em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1138736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457B-A564-98C7-D8E4-E5992170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E50306C5-28B5-98D7-AE69-BE6F60DE0431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9F16BFCC-D779-4078-B045-1AF313715DD1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AD6C7D36-50DC-FBC9-9991-8BC710D11552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Briefing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4184E211-A836-F29A-4CB4-0E08FD1BEF2B}"/>
              </a:ext>
            </a:extLst>
          </p:cNvPr>
          <p:cNvSpPr txBox="1">
            <a:spLocks/>
          </p:cNvSpPr>
          <p:nvPr/>
        </p:nvSpPr>
        <p:spPr>
          <a:xfrm>
            <a:off x="1446002" y="2828746"/>
            <a:ext cx="11371304" cy="4280760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Agora reúna tudo o que você encontrou no Google Drive, Gmail e Google </a:t>
            </a:r>
            <a:r>
              <a:rPr lang="pt-BR" dirty="0" err="1"/>
              <a:t>Calendar</a:t>
            </a:r>
            <a:r>
              <a:rPr lang="pt-BR" dirty="0"/>
              <a:t> e crie um briefing de trabalho para o analista de dados da </a:t>
            </a:r>
            <a:r>
              <a:rPr lang="pt-BR" dirty="0" err="1"/>
              <a:t>NovaMétrica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Estruture em:</a:t>
            </a:r>
          </a:p>
          <a:p>
            <a:pPr marL="0" indent="0">
              <a:buNone/>
            </a:pPr>
            <a:r>
              <a:rPr lang="pt-BR" dirty="0"/>
              <a:t>1. Contexto atual;</a:t>
            </a:r>
          </a:p>
          <a:p>
            <a:pPr marL="0" indent="0">
              <a:buNone/>
            </a:pPr>
            <a:r>
              <a:rPr lang="pt-BR" dirty="0"/>
              <a:t>2. Demandas identificadas;</a:t>
            </a:r>
          </a:p>
          <a:p>
            <a:pPr marL="0" indent="0">
              <a:buNone/>
            </a:pPr>
            <a:r>
              <a:rPr lang="pt-BR" dirty="0"/>
              <a:t>3. Documentos e mensagens relevantes;</a:t>
            </a:r>
          </a:p>
          <a:p>
            <a:pPr marL="0" indent="0">
              <a:buNone/>
            </a:pPr>
            <a:r>
              <a:rPr lang="pt-BR" dirty="0"/>
              <a:t>4. Próximas reuniões do projeto;</a:t>
            </a:r>
          </a:p>
          <a:p>
            <a:pPr marL="0" indent="0">
              <a:buNone/>
            </a:pPr>
            <a:r>
              <a:rPr lang="pt-BR" dirty="0"/>
              <a:t>5. Perguntas analíticas que precisam ser respondidas;</a:t>
            </a:r>
          </a:p>
          <a:p>
            <a:pPr marL="0" indent="0">
              <a:buNone/>
            </a:pPr>
            <a:r>
              <a:rPr lang="pt-BR" dirty="0"/>
              <a:t>6. Prioridades imediatas até a prévia da diretoria.</a:t>
            </a:r>
          </a:p>
        </p:txBody>
      </p:sp>
    </p:spTree>
    <p:extLst>
      <p:ext uri="{BB962C8B-B14F-4D97-AF65-F5344CB8AC3E}">
        <p14:creationId xmlns:p14="http://schemas.microsoft.com/office/powerpoint/2010/main" val="29528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AFB43-7EA6-C66B-2169-CAA8A84E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03E00EEB-2512-F34E-0DAA-63DCE31B47D5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95CCBB3-21D3-D293-CDEE-AA757DF24755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B11AC1CB-4450-4CD1-538A-40BF6D1131BF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Nova demanda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C68FE381-1EE9-A46C-B7C8-2E192798AB25}"/>
              </a:ext>
            </a:extLst>
          </p:cNvPr>
          <p:cNvSpPr txBox="1">
            <a:spLocks/>
          </p:cNvSpPr>
          <p:nvPr/>
        </p:nvSpPr>
        <p:spPr>
          <a:xfrm>
            <a:off x="1446002" y="4121407"/>
            <a:ext cx="11371304" cy="1695437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“Antes da nossa próxima reunião, preciso que você reúna tudo o que já foi discutido no ambiente Microsoft 365 sobre descontos, estoque e prioridades da análise. Quero saber o que mudou, o que preocupa as áreas e quais decisões ainda precisam ser tomadas.”</a:t>
            </a:r>
          </a:p>
        </p:txBody>
      </p:sp>
    </p:spTree>
    <p:extLst>
      <p:ext uri="{BB962C8B-B14F-4D97-AF65-F5344CB8AC3E}">
        <p14:creationId xmlns:p14="http://schemas.microsoft.com/office/powerpoint/2010/main" val="58714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CC280-3CCA-65AB-928F-75948915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9EF80FF6-C289-E6E0-08EE-AD9F4A06109B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7526F5CD-DC0B-4CDB-83DD-8AEDB450EB60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45F8A6CE-978C-031C-2EAC-62A7C49D093B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OneDrive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C4756928-086E-D183-FEFE-A19FDC3D03E2}"/>
              </a:ext>
            </a:extLst>
          </p:cNvPr>
          <p:cNvSpPr txBox="1">
            <a:spLocks/>
          </p:cNvSpPr>
          <p:nvPr/>
        </p:nvSpPr>
        <p:spPr>
          <a:xfrm>
            <a:off x="2613790" y="1891779"/>
            <a:ext cx="11371304" cy="5758088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Procure no meu OneDrive um documento da </a:t>
            </a:r>
            <a:r>
              <a:rPr lang="pt-BR" dirty="0" err="1"/>
              <a:t>NovaMétrica</a:t>
            </a:r>
            <a:r>
              <a:rPr lang="pt-BR" dirty="0"/>
              <a:t> relacionado à política de descontos, na pasta: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Encontre o arquivo mais relevante e me explique:</a:t>
            </a:r>
          </a:p>
          <a:p>
            <a:pPr marL="0" indent="0">
              <a:buNone/>
            </a:pPr>
            <a:r>
              <a:rPr lang="pt-BR" dirty="0"/>
              <a:t>1. Qual é o objetivo do documento;</a:t>
            </a:r>
          </a:p>
          <a:p>
            <a:pPr marL="0" indent="0">
              <a:buNone/>
            </a:pPr>
            <a:r>
              <a:rPr lang="pt-BR" dirty="0"/>
              <a:t>2. Quais regras de desconto ele define;</a:t>
            </a:r>
          </a:p>
          <a:p>
            <a:pPr marL="0" indent="0">
              <a:buNone/>
            </a:pPr>
            <a:r>
              <a:rPr lang="pt-BR" dirty="0"/>
              <a:t>3. Quais pontos podem impactar a análise de campanhas.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Relacione essa política de descontos com o que já analisamos no projeto </a:t>
            </a:r>
            <a:r>
              <a:rPr lang="pt-BR" dirty="0" err="1"/>
              <a:t>NovaMétrica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Quero saber:</a:t>
            </a:r>
          </a:p>
          <a:p>
            <a:pPr marL="0" indent="0">
              <a:buNone/>
            </a:pPr>
            <a:r>
              <a:rPr lang="pt-BR" dirty="0"/>
              <a:t>- Que tipos de campanha podem estar exigindo maior atenção;</a:t>
            </a:r>
          </a:p>
          <a:p>
            <a:pPr marL="0" indent="0">
              <a:buNone/>
            </a:pPr>
            <a:r>
              <a:rPr lang="pt-BR" dirty="0"/>
              <a:t>- Quais riscos aparecem quando comparamos desconto alto com margem;</a:t>
            </a:r>
          </a:p>
          <a:p>
            <a:pPr marL="0" indent="0">
              <a:buNone/>
            </a:pPr>
            <a:r>
              <a:rPr lang="pt-BR" dirty="0"/>
              <a:t>- Quais perguntas devemos responder antes da reunião com a diretoria.</a:t>
            </a:r>
          </a:p>
        </p:txBody>
      </p:sp>
    </p:spTree>
    <p:extLst>
      <p:ext uri="{BB962C8B-B14F-4D97-AF65-F5344CB8AC3E}">
        <p14:creationId xmlns:p14="http://schemas.microsoft.com/office/powerpoint/2010/main" val="202207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53F5-4672-D3C2-1858-F72D8737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73BE084C-2DF3-F5F0-1F59-D410B507F493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63DE242A-F39D-B65D-1D95-7C62A452638A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6D2FD689-2BB7-3A31-C85B-DC723B3B495F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Sharepoint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C34BB88C-59D0-66B4-E317-4DD04EC1F1AB}"/>
              </a:ext>
            </a:extLst>
          </p:cNvPr>
          <p:cNvSpPr txBox="1">
            <a:spLocks/>
          </p:cNvSpPr>
          <p:nvPr/>
        </p:nvSpPr>
        <p:spPr>
          <a:xfrm>
            <a:off x="2613790" y="1891780"/>
            <a:ext cx="11371304" cy="5758088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Procure no SharePoint um documento da </a:t>
            </a:r>
            <a:r>
              <a:rPr lang="pt-BR" dirty="0" err="1"/>
              <a:t>NovaMétrica</a:t>
            </a:r>
            <a:r>
              <a:rPr lang="pt-BR" dirty="0"/>
              <a:t> relacionado a estoque crítico, na pasta: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Encontre o arquivo mais relevante e resuma:</a:t>
            </a:r>
          </a:p>
          <a:p>
            <a:pPr marL="0" indent="0">
              <a:buNone/>
            </a:pPr>
            <a:r>
              <a:rPr lang="pt-BR" dirty="0"/>
              <a:t>1. Quais grupos de produtos estão em situação mais delicada;</a:t>
            </a:r>
          </a:p>
          <a:p>
            <a:pPr marL="0" indent="0">
              <a:buNone/>
            </a:pPr>
            <a:r>
              <a:rPr lang="pt-BR" dirty="0"/>
              <a:t>2. Quais riscos operacionais foram destacados;</a:t>
            </a:r>
          </a:p>
          <a:p>
            <a:pPr marL="0" indent="0">
              <a:buNone/>
            </a:pPr>
            <a:r>
              <a:rPr lang="pt-BR" dirty="0"/>
              <a:t>3. O que esse documento sugere como prioridade.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Compare o documento de política de descontos encontrado no OneDrive com o resumo de estoque crítico encontrado no SharePoint.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Aponte:</a:t>
            </a:r>
          </a:p>
          <a:p>
            <a:pPr marL="0" indent="0">
              <a:buNone/>
            </a:pPr>
            <a:r>
              <a:rPr lang="pt-BR" dirty="0"/>
              <a:t>1. Onde as duas fontes se conectam;</a:t>
            </a:r>
          </a:p>
          <a:p>
            <a:pPr marL="0" indent="0">
              <a:buNone/>
            </a:pPr>
            <a:r>
              <a:rPr lang="pt-BR" dirty="0"/>
              <a:t>2. Que conflitos de decisão podem surgir;</a:t>
            </a:r>
          </a:p>
          <a:p>
            <a:pPr marL="0" indent="0">
              <a:buNone/>
            </a:pPr>
            <a:r>
              <a:rPr lang="pt-BR" dirty="0"/>
              <a:t>3. Quais decisões precisam ser tratadas pela diretoria.</a:t>
            </a:r>
          </a:p>
        </p:txBody>
      </p:sp>
    </p:spTree>
    <p:extLst>
      <p:ext uri="{BB962C8B-B14F-4D97-AF65-F5344CB8AC3E}">
        <p14:creationId xmlns:p14="http://schemas.microsoft.com/office/powerpoint/2010/main" val="40755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44EC-D13D-ABC5-61E5-13C72810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1EBD2A05-7398-6B1F-F956-6A51180848EE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EE9FFACF-8870-C32D-93C7-74528A86CC11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3C2793EB-E5E4-3714-6087-E62BC5C3382B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Outlook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C46995EB-2E12-52EA-F657-8843A48D2298}"/>
              </a:ext>
            </a:extLst>
          </p:cNvPr>
          <p:cNvSpPr txBox="1">
            <a:spLocks/>
          </p:cNvSpPr>
          <p:nvPr/>
        </p:nvSpPr>
        <p:spPr>
          <a:xfrm>
            <a:off x="2613790" y="1891780"/>
            <a:ext cx="11371304" cy="5758088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Procure no meu Outlook e-mails recentes relacionados à </a:t>
            </a:r>
            <a:r>
              <a:rPr lang="pt-BR" dirty="0" err="1"/>
              <a:t>NovaMétrica</a:t>
            </a:r>
            <a:r>
              <a:rPr lang="pt-BR" dirty="0"/>
              <a:t> que mencionem:</a:t>
            </a:r>
          </a:p>
          <a:p>
            <a:pPr marL="0" indent="0">
              <a:buNone/>
            </a:pPr>
            <a:r>
              <a:rPr lang="pt-BR" dirty="0"/>
              <a:t>- estoque;</a:t>
            </a:r>
          </a:p>
          <a:p>
            <a:pPr marL="0" indent="0">
              <a:buNone/>
            </a:pPr>
            <a:r>
              <a:rPr lang="pt-BR" dirty="0"/>
              <a:t>- campanhas;</a:t>
            </a:r>
          </a:p>
          <a:p>
            <a:pPr marL="0" indent="0">
              <a:buNone/>
            </a:pPr>
            <a:r>
              <a:rPr lang="pt-BR" dirty="0"/>
              <a:t>- descontos;</a:t>
            </a:r>
          </a:p>
          <a:p>
            <a:pPr marL="0" indent="0">
              <a:buNone/>
            </a:pPr>
            <a:r>
              <a:rPr lang="pt-BR" dirty="0"/>
              <a:t>- reunião da diretoria.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Resuma os e-mails mais relevantes e organize os pontos principais.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Transforme esses e-mails em uma lista de demandas de negócio.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Para cada demanda, informe:</a:t>
            </a:r>
          </a:p>
          <a:p>
            <a:pPr marL="0" indent="0">
              <a:buNone/>
            </a:pPr>
            <a:r>
              <a:rPr lang="pt-BR" dirty="0"/>
              <a:t>- O que a área está pedindo;</a:t>
            </a:r>
          </a:p>
          <a:p>
            <a:pPr marL="0" indent="0">
              <a:buNone/>
            </a:pPr>
            <a:r>
              <a:rPr lang="pt-BR" dirty="0"/>
              <a:t>- Por que isso importa;</a:t>
            </a:r>
          </a:p>
          <a:p>
            <a:pPr marL="0" indent="0">
              <a:buNone/>
            </a:pPr>
            <a:r>
              <a:rPr lang="pt-BR" dirty="0"/>
              <a:t>- Que informação da análise da </a:t>
            </a:r>
            <a:r>
              <a:rPr lang="pt-BR" dirty="0" err="1"/>
              <a:t>NovaMétrica</a:t>
            </a:r>
            <a:r>
              <a:rPr lang="pt-BR" dirty="0"/>
              <a:t> pode ajudar a responder.</a:t>
            </a:r>
          </a:p>
        </p:txBody>
      </p:sp>
    </p:spTree>
    <p:extLst>
      <p:ext uri="{BB962C8B-B14F-4D97-AF65-F5344CB8AC3E}">
        <p14:creationId xmlns:p14="http://schemas.microsoft.com/office/powerpoint/2010/main" val="258490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F9E25-601A-0B58-0A0D-0542B111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20BC7D3B-58D7-88C4-0CB1-C41F4BD9B72D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44D172C-E75B-2B14-BFA1-55F8BB8820AE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6776ABAB-32FD-3A91-84DD-93CA72D001AA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Teams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8BBD9198-CC12-B981-4D9B-4C5B69FE2BFE}"/>
              </a:ext>
            </a:extLst>
          </p:cNvPr>
          <p:cNvSpPr txBox="1">
            <a:spLocks/>
          </p:cNvSpPr>
          <p:nvPr/>
        </p:nvSpPr>
        <p:spPr>
          <a:xfrm>
            <a:off x="2613790" y="3369108"/>
            <a:ext cx="11371304" cy="2803433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Procure em conversas do Teams relacionadas à </a:t>
            </a:r>
            <a:r>
              <a:rPr lang="pt-BR" dirty="0" err="1"/>
              <a:t>NovaMétrica</a:t>
            </a:r>
            <a:r>
              <a:rPr lang="pt-BR" dirty="0"/>
              <a:t> discussões sobre:</a:t>
            </a:r>
          </a:p>
          <a:p>
            <a:pPr marL="0" indent="0">
              <a:buNone/>
            </a:pPr>
            <a:r>
              <a:rPr lang="pt-BR" dirty="0"/>
              <a:t>- produtos com estoque crítico;</a:t>
            </a:r>
          </a:p>
          <a:p>
            <a:pPr marL="0" indent="0">
              <a:buNone/>
            </a:pPr>
            <a:r>
              <a:rPr lang="pt-BR" dirty="0"/>
              <a:t>- campanhas com desconto agressivo;</a:t>
            </a:r>
          </a:p>
          <a:p>
            <a:pPr marL="0" indent="0">
              <a:buNone/>
            </a:pPr>
            <a:r>
              <a:rPr lang="pt-BR" dirty="0"/>
              <a:t>- preparação da reunião executiva.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Resuma as mensagens mais relevantes e destaque eventuais decisões, dúvidas ou divergências.</a:t>
            </a:r>
          </a:p>
        </p:txBody>
      </p:sp>
    </p:spTree>
    <p:extLst>
      <p:ext uri="{BB962C8B-B14F-4D97-AF65-F5344CB8AC3E}">
        <p14:creationId xmlns:p14="http://schemas.microsoft.com/office/powerpoint/2010/main" val="98034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09D11-04AD-3E23-5AA9-5001D2F73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C3653601-5700-BDBB-CECD-772A3024D7CC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0F9ABB5-8542-4A04-78EE-08CDB059BD58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CD3C8AEE-8410-52B1-1002-2F3CA5327015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 Claude - Briefing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9F837416-86F6-9D0D-98FF-C0B3E00291D1}"/>
              </a:ext>
            </a:extLst>
          </p:cNvPr>
          <p:cNvSpPr txBox="1">
            <a:spLocks/>
          </p:cNvSpPr>
          <p:nvPr/>
        </p:nvSpPr>
        <p:spPr>
          <a:xfrm>
            <a:off x="2613790" y="2445779"/>
            <a:ext cx="11371304" cy="4650092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Reúna tudo o que você encontrou no OneDrive, SharePoint, Outlook e Teams sobre o projeto </a:t>
            </a:r>
            <a:r>
              <a:rPr lang="pt-BR" dirty="0" err="1"/>
              <a:t>NovaMétrica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Crie um briefing executivo organizado em: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1. Contexto atual do projeto;</a:t>
            </a:r>
          </a:p>
          <a:p>
            <a:pPr marL="0" indent="0">
              <a:buNone/>
            </a:pPr>
            <a:r>
              <a:rPr lang="pt-BR" dirty="0"/>
              <a:t>2. Principais documentos consultados;</a:t>
            </a:r>
          </a:p>
          <a:p>
            <a:pPr marL="0" indent="0">
              <a:buNone/>
            </a:pPr>
            <a:r>
              <a:rPr lang="pt-BR" dirty="0"/>
              <a:t>3. Demandas identificadas nos e-mails;</a:t>
            </a:r>
          </a:p>
          <a:p>
            <a:pPr marL="0" indent="0">
              <a:buNone/>
            </a:pPr>
            <a:r>
              <a:rPr lang="pt-BR" dirty="0"/>
              <a:t>4. Decisões e preocupações encontradas no Teams;</a:t>
            </a:r>
          </a:p>
          <a:p>
            <a:pPr marL="0" indent="0">
              <a:buNone/>
            </a:pPr>
            <a:r>
              <a:rPr lang="pt-BR" dirty="0"/>
              <a:t>5. Riscos prioritários envolvendo descontos, margem e estoque;</a:t>
            </a:r>
          </a:p>
          <a:p>
            <a:pPr marL="0" indent="0">
              <a:buNone/>
            </a:pPr>
            <a:r>
              <a:rPr lang="pt-BR" dirty="0"/>
              <a:t>6. Perguntas que precisam ser respondidas na análise;</a:t>
            </a:r>
          </a:p>
          <a:p>
            <a:pPr marL="0" indent="0">
              <a:buNone/>
            </a:pPr>
            <a:r>
              <a:rPr lang="pt-BR" dirty="0"/>
              <a:t>7. Recomendações para a preparação da próxima reunião com a diretoria.</a:t>
            </a:r>
          </a:p>
        </p:txBody>
      </p:sp>
    </p:spTree>
    <p:extLst>
      <p:ext uri="{BB962C8B-B14F-4D97-AF65-F5344CB8AC3E}">
        <p14:creationId xmlns:p14="http://schemas.microsoft.com/office/powerpoint/2010/main" val="179080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4B1BC-FF19-19E0-3BE1-7A3C721F0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AEA0F021-36AD-7AAC-3F48-2288870DC177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63A23D2B-63CB-D688-3A6A-E6ACCD3F380F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BBBF1928-C3C1-405E-022F-86114126FC30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Prompts melhores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380E6E97-55A9-2EA2-BD6F-041C0BB3FD65}"/>
              </a:ext>
            </a:extLst>
          </p:cNvPr>
          <p:cNvSpPr txBox="1">
            <a:spLocks/>
          </p:cNvSpPr>
          <p:nvPr/>
        </p:nvSpPr>
        <p:spPr>
          <a:xfrm>
            <a:off x="2613790" y="2999777"/>
            <a:ext cx="11371304" cy="3542096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b="1" dirty="0"/>
              <a:t>Estrutura: </a:t>
            </a:r>
            <a:r>
              <a:rPr lang="pt-BR" dirty="0"/>
              <a:t>Fonte + Tema + Objetivo + Formato da resposta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Fraco:</a:t>
            </a:r>
            <a:br>
              <a:rPr lang="pt-BR" dirty="0"/>
            </a:br>
            <a:r>
              <a:rPr lang="pt-BR" dirty="0"/>
              <a:t>“Veja meus e-mails sobre a </a:t>
            </a:r>
            <a:r>
              <a:rPr lang="pt-BR" dirty="0" err="1"/>
              <a:t>NovaMétrica</a:t>
            </a:r>
            <a:r>
              <a:rPr lang="pt-BR" dirty="0"/>
              <a:t>.”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Melhor:</a:t>
            </a:r>
            <a:br>
              <a:rPr lang="pt-BR" dirty="0"/>
            </a:br>
            <a:r>
              <a:rPr lang="pt-BR" dirty="0"/>
              <a:t>“Procure nos e-mails da </a:t>
            </a:r>
            <a:r>
              <a:rPr lang="pt-BR" dirty="0" err="1"/>
              <a:t>NovaMétrica</a:t>
            </a:r>
            <a:r>
              <a:rPr lang="pt-BR" dirty="0"/>
              <a:t> mensagens sobre estoque e campanhas. Resuma as principais preocupações e organize em prioridades para a reunião da diretoria.”</a:t>
            </a:r>
          </a:p>
        </p:txBody>
      </p:sp>
    </p:spTree>
    <p:extLst>
      <p:ext uri="{BB962C8B-B14F-4D97-AF65-F5344CB8AC3E}">
        <p14:creationId xmlns:p14="http://schemas.microsoft.com/office/powerpoint/2010/main" val="85202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9F5B-9293-C666-23C2-F1B794FF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E3C6AC3D-8ECE-BC3B-6B7A-96EC3970BEB3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6F549F43-4914-91AB-2936-38D465F6C35E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4ADA004F-2BBA-D1BE-C263-2EC7251C3EE8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Limitações do Claude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53AA84E9-28B9-ED4B-D8AE-81E06707AB7F}"/>
              </a:ext>
            </a:extLst>
          </p:cNvPr>
          <p:cNvSpPr txBox="1">
            <a:spLocks/>
          </p:cNvSpPr>
          <p:nvPr/>
        </p:nvSpPr>
        <p:spPr>
          <a:xfrm>
            <a:off x="2613790" y="1891781"/>
            <a:ext cx="11371304" cy="5758088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b="1" dirty="0"/>
              <a:t>Claude conectado não tem “acesso livre” à empresa.</a:t>
            </a:r>
          </a:p>
          <a:p>
            <a:pPr marL="0" indent="0">
              <a:buNone/>
            </a:pPr>
            <a:br>
              <a:rPr lang="pt-BR" b="1" dirty="0"/>
            </a:br>
            <a:r>
              <a:rPr lang="pt-BR" b="1" dirty="0"/>
              <a:t>Ele acessa somente o que foi conectado e o que o usuário já tem permissão para ver.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Pode fazer</a:t>
            </a:r>
          </a:p>
          <a:p>
            <a:r>
              <a:rPr lang="pt-BR" dirty="0"/>
              <a:t>Buscar documentos, e-mails, eventos e conversas em ferramentas conectadas; </a:t>
            </a:r>
          </a:p>
          <a:p>
            <a:r>
              <a:rPr lang="pt-BR" dirty="0"/>
              <a:t>Cruzar informações entre essas fontes; </a:t>
            </a:r>
          </a:p>
          <a:p>
            <a:r>
              <a:rPr lang="pt-BR" dirty="0"/>
              <a:t>Resumir, comparar e transformar contexto em análise.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Não pode fazer</a:t>
            </a:r>
          </a:p>
          <a:p>
            <a:r>
              <a:rPr lang="pt-BR" dirty="0"/>
              <a:t>Acessar arquivos, canais ou mensagens sem permissão; </a:t>
            </a:r>
          </a:p>
          <a:p>
            <a:r>
              <a:rPr lang="pt-BR" dirty="0"/>
              <a:t>Consultar ferramentas que não foram conectadas; </a:t>
            </a:r>
          </a:p>
          <a:p>
            <a:r>
              <a:rPr lang="pt-BR" dirty="0"/>
              <a:t>Ultrapassar os limites de cada conector.</a:t>
            </a:r>
          </a:p>
        </p:txBody>
      </p:sp>
    </p:spTree>
    <p:extLst>
      <p:ext uri="{BB962C8B-B14F-4D97-AF65-F5344CB8AC3E}">
        <p14:creationId xmlns:p14="http://schemas.microsoft.com/office/powerpoint/2010/main" val="298610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093B-13C5-7D00-0334-6EC2740A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A0FA86A7-C634-6D40-05DA-D3EDD5CE2FE0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65E7BA7D-F9AA-E7B6-25A3-D87567CBC842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7669DC9A-715D-EA37-B5F1-F263282FBC3E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Nova demanda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22363513-B655-38C1-553E-4234A559C398}"/>
              </a:ext>
            </a:extLst>
          </p:cNvPr>
          <p:cNvSpPr txBox="1">
            <a:spLocks/>
          </p:cNvSpPr>
          <p:nvPr/>
        </p:nvSpPr>
        <p:spPr>
          <a:xfrm>
            <a:off x="1857902" y="3336086"/>
            <a:ext cx="11371304" cy="2064769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“Estamos começando a repetir o mesmo tipo de orientação toda vez que abrimos um novo trabalho. Precisamos entender como o Claude </a:t>
            </a:r>
            <a:r>
              <a:rPr lang="pt-BR" dirty="0" err="1"/>
              <a:t>Code</a:t>
            </a:r>
            <a:r>
              <a:rPr lang="pt-BR" dirty="0"/>
              <a:t> pode ser preparado para executar rotinas de forma mais padronizada e reaproveitável. Antes de criar qualquer coisa, quero que você estude como os plugins funcionam e identifique onde eles poderiam ajudar o projeto </a:t>
            </a:r>
            <a:r>
              <a:rPr lang="pt-BR" dirty="0" err="1"/>
              <a:t>NovaMétrica</a:t>
            </a:r>
            <a:r>
              <a:rPr lang="pt-BR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55087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9206-1057-3221-230E-20900F55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37A84670-7AAA-4B68-400B-B4E578A13639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6DB57081-46D4-7DD9-8585-9B52D0D3F0D9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D8B1ADD6-D030-802F-E22A-AF886FB81077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Nova demanda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ED9F1044-7BAB-A805-CAC5-71FD3ADA2C8C}"/>
              </a:ext>
            </a:extLst>
          </p:cNvPr>
          <p:cNvSpPr txBox="1">
            <a:spLocks/>
          </p:cNvSpPr>
          <p:nvPr/>
        </p:nvSpPr>
        <p:spPr>
          <a:xfrm>
            <a:off x="1857902" y="3165584"/>
            <a:ext cx="11371304" cy="3172764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No Claude </a:t>
            </a:r>
            <a:r>
              <a:rPr lang="pt-BR" dirty="0" err="1"/>
              <a:t>Code</a:t>
            </a:r>
            <a:r>
              <a:rPr lang="pt-BR" dirty="0"/>
              <a:t>, um plugin é um pacote que pode incluir diferentes componentes, como: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Skills</a:t>
            </a:r>
            <a:r>
              <a:rPr lang="pt-BR" dirty="0"/>
              <a:t> — instruções especializadas para executar tarefas; </a:t>
            </a:r>
          </a:p>
          <a:p>
            <a:r>
              <a:rPr lang="pt-BR" b="1" dirty="0"/>
              <a:t>Agentes</a:t>
            </a:r>
            <a:r>
              <a:rPr lang="pt-BR" dirty="0"/>
              <a:t> — comportamentos ou papéis específicos; </a:t>
            </a:r>
          </a:p>
          <a:p>
            <a:r>
              <a:rPr lang="pt-BR" b="1" dirty="0" err="1"/>
              <a:t>Hooks</a:t>
            </a:r>
            <a:r>
              <a:rPr lang="pt-BR" dirty="0"/>
              <a:t> — automações disparadas em eventos; </a:t>
            </a:r>
          </a:p>
          <a:p>
            <a:r>
              <a:rPr lang="pt-BR" b="1" dirty="0"/>
              <a:t>MCP servers</a:t>
            </a:r>
            <a:r>
              <a:rPr lang="pt-BR" dirty="0"/>
              <a:t> — conexões com ferramentas e serviços; </a:t>
            </a:r>
          </a:p>
          <a:p>
            <a:r>
              <a:rPr lang="pt-BR" b="1" dirty="0"/>
              <a:t>Configurações reaproveitáveis</a:t>
            </a:r>
            <a:r>
              <a:rPr lang="pt-BR" dirty="0"/>
              <a:t> para vários projetos.</a:t>
            </a:r>
          </a:p>
        </p:txBody>
      </p:sp>
    </p:spTree>
    <p:extLst>
      <p:ext uri="{BB962C8B-B14F-4D97-AF65-F5344CB8AC3E}">
        <p14:creationId xmlns:p14="http://schemas.microsoft.com/office/powerpoint/2010/main" val="37772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6EAC-F516-BC0A-E4CB-DE00AD4EB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4B8A8875-E9E2-AEE6-99F0-DA5E6ED0F25D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E8F4851A-38F5-A6D8-03F1-996FD81A7939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ED483974-EAB1-D250-5998-7D7E49E6F6BF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CAA16B9F-9314-0948-500E-F90F68EC377C}"/>
              </a:ext>
            </a:extLst>
          </p:cNvPr>
          <p:cNvSpPr txBox="1">
            <a:spLocks/>
          </p:cNvSpPr>
          <p:nvPr/>
        </p:nvSpPr>
        <p:spPr>
          <a:xfrm>
            <a:off x="1857902" y="2980918"/>
            <a:ext cx="11371304" cy="3542096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Pensando especificamente no projeto </a:t>
            </a:r>
            <a:r>
              <a:rPr lang="pt-BR" dirty="0" err="1"/>
              <a:t>NovaMétrica</a:t>
            </a:r>
            <a:r>
              <a:rPr lang="pt-BR" dirty="0"/>
              <a:t>, quais tarefas que já realizamos até aqui poderiam se beneficiar de plugins no Claude </a:t>
            </a:r>
            <a:r>
              <a:rPr lang="pt-BR" dirty="0" err="1"/>
              <a:t>Code</a:t>
            </a:r>
            <a:r>
              <a:rPr lang="pt-BR" dirty="0"/>
              <a:t>?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Considere:</a:t>
            </a:r>
          </a:p>
          <a:p>
            <a:pPr marL="0" indent="0">
              <a:buNone/>
            </a:pPr>
            <a:r>
              <a:rPr lang="pt-BR" dirty="0"/>
              <a:t>- revisão de arquivos;</a:t>
            </a:r>
          </a:p>
          <a:p>
            <a:pPr marL="0" indent="0">
              <a:buNone/>
            </a:pPr>
            <a:r>
              <a:rPr lang="pt-BR" dirty="0"/>
              <a:t>- consolidação de insights;</a:t>
            </a:r>
          </a:p>
          <a:p>
            <a:pPr marL="0" indent="0">
              <a:buNone/>
            </a:pPr>
            <a:r>
              <a:rPr lang="pt-BR" dirty="0"/>
              <a:t>- preparação de briefings executivos;</a:t>
            </a:r>
          </a:p>
          <a:p>
            <a:pPr marL="0" indent="0">
              <a:buNone/>
            </a:pPr>
            <a:r>
              <a:rPr lang="pt-BR" dirty="0"/>
              <a:t>- verificação de consistência entre planilha, relatório e apresentação;</a:t>
            </a:r>
          </a:p>
          <a:p>
            <a:pPr marL="0" indent="0">
              <a:buNone/>
            </a:pPr>
            <a:r>
              <a:rPr lang="pt-BR" dirty="0"/>
              <a:t>- padronização de análises para diretoria.</a:t>
            </a:r>
          </a:p>
        </p:txBody>
      </p:sp>
    </p:spTree>
    <p:extLst>
      <p:ext uri="{BB962C8B-B14F-4D97-AF65-F5344CB8AC3E}">
        <p14:creationId xmlns:p14="http://schemas.microsoft.com/office/powerpoint/2010/main" val="257585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353AD-FE0A-8000-E0BA-5E3AC3C7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703BF5F6-896A-4EAB-426A-707BD4DA5BB4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30DBC09-EF91-4B3C-F632-BB6D72B8D8E7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8105838F-10F0-2310-A0D1-A459F9DA845F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Live </a:t>
            </a:r>
            <a:r>
              <a:rPr lang="pt-BR" dirty="0" err="1">
                <a:solidFill>
                  <a:srgbClr val="2BDEFD"/>
                </a:solidFill>
              </a:rPr>
              <a:t>Artifacts</a:t>
            </a:r>
            <a:endParaRPr lang="pt-BR" dirty="0">
              <a:solidFill>
                <a:srgbClr val="2BDEFD"/>
              </a:solidFill>
            </a:endParaRP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5C1E8394-F273-72D4-75AB-9FC6D6A41156}"/>
              </a:ext>
            </a:extLst>
          </p:cNvPr>
          <p:cNvSpPr txBox="1">
            <a:spLocks/>
          </p:cNvSpPr>
          <p:nvPr/>
        </p:nvSpPr>
        <p:spPr>
          <a:xfrm>
            <a:off x="1857902" y="3336086"/>
            <a:ext cx="11371304" cy="2064769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Os Live </a:t>
            </a:r>
            <a:r>
              <a:rPr lang="pt-BR" dirty="0" err="1"/>
              <a:t>Artifacts</a:t>
            </a:r>
            <a:r>
              <a:rPr lang="pt-BR" dirty="0"/>
              <a:t> são páginas HTML interativas criadas pelo Claude no Cowork, salvas na aba Live </a:t>
            </a:r>
            <a:r>
              <a:rPr lang="pt-BR" dirty="0" err="1"/>
              <a:t>artifacts</a:t>
            </a:r>
            <a:r>
              <a:rPr lang="pt-BR" dirty="0"/>
              <a:t>, com possibilidade de reabertura, atualização e histórico de versões.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4511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087B-C525-B139-ABDC-D2E2EBF7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39A162AE-F8AD-8677-E6F6-9D9A780D6C0E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A1E70605-2490-161F-3ECA-0226B0B00ACD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F759E130-529B-192B-8EA8-F2F01E38C223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Live </a:t>
            </a:r>
            <a:r>
              <a:rPr lang="pt-BR" dirty="0" err="1">
                <a:solidFill>
                  <a:srgbClr val="2BDEFD"/>
                </a:solidFill>
              </a:rPr>
              <a:t>Artifacts</a:t>
            </a:r>
            <a:r>
              <a:rPr lang="pt-BR" dirty="0">
                <a:solidFill>
                  <a:srgbClr val="2BDEFD"/>
                </a:solidFill>
              </a:rPr>
              <a:t> vs. Power BI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A46E03-2685-73A5-74E2-057A1F418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072" y="1874362"/>
            <a:ext cx="9802593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48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2EFA-8F99-D018-37AD-41F98875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200F27CB-F70E-AB3E-B13B-2A8D839C5916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CE1D61A-92CC-A0BE-C852-2A5D98A9B0EB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1A3C7491-5970-5EF1-1118-6C7558AF3DA4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Web Search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89A76D0F-60DC-D78B-67C4-F33B5506ECD1}"/>
              </a:ext>
            </a:extLst>
          </p:cNvPr>
          <p:cNvSpPr txBox="1">
            <a:spLocks/>
          </p:cNvSpPr>
          <p:nvPr/>
        </p:nvSpPr>
        <p:spPr>
          <a:xfrm>
            <a:off x="1857902" y="3151420"/>
            <a:ext cx="11371304" cy="2434101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“Nossa análise interna mostrou riscos em descontos, campanhas e estoque. Mas eu não quero olhar apenas para dentro da empresa. Quero entender se essas preocupações também aparecem no cenário atual do varejo e do e-commerce. Precisamos conectar nossos achados ao contexto externo antes de fechar as recomendações.”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1147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5B034-9152-5F77-3B1C-9188156C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B39D2DF8-CC9E-6165-D80A-AE05539B48AD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EC8F8910-A4B3-CDF7-CF32-BB8FAD634585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F7CF68A1-7C44-5108-F8F3-37B7868E8BF0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Prompts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011BE593-C460-B921-0AB3-C7B80ADD234D}"/>
              </a:ext>
            </a:extLst>
          </p:cNvPr>
          <p:cNvSpPr txBox="1">
            <a:spLocks/>
          </p:cNvSpPr>
          <p:nvPr/>
        </p:nvSpPr>
        <p:spPr>
          <a:xfrm>
            <a:off x="2540947" y="1906177"/>
            <a:ext cx="11371304" cy="5881198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sz="1600" dirty="0"/>
              <a:t>Estamos na etapa final do projeto </a:t>
            </a:r>
            <a:r>
              <a:rPr lang="pt-BR" sz="1600" dirty="0" err="1"/>
              <a:t>NovaMétrica</a:t>
            </a:r>
            <a:r>
              <a:rPr lang="pt-BR" sz="1600" dirty="0"/>
              <a:t>.</a:t>
            </a:r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Ao longo do trabalho, identificamos temas importantes envolvendo:</a:t>
            </a:r>
          </a:p>
          <a:p>
            <a:pPr marL="0" indent="0">
              <a:buNone/>
            </a:pPr>
            <a:r>
              <a:rPr lang="pt-BR" sz="1600" dirty="0"/>
              <a:t>- desempenho de vendas;</a:t>
            </a:r>
          </a:p>
          <a:p>
            <a:pPr marL="0" indent="0">
              <a:buNone/>
            </a:pPr>
            <a:r>
              <a:rPr lang="pt-BR" sz="1600" dirty="0"/>
              <a:t>- campanhas promocionais;</a:t>
            </a:r>
          </a:p>
          <a:p>
            <a:pPr marL="0" indent="0">
              <a:buNone/>
            </a:pPr>
            <a:r>
              <a:rPr lang="pt-BR" sz="1600" dirty="0"/>
              <a:t>- níveis de desconto;</a:t>
            </a:r>
          </a:p>
          <a:p>
            <a:pPr marL="0" indent="0">
              <a:buNone/>
            </a:pPr>
            <a:r>
              <a:rPr lang="pt-BR" sz="1600" dirty="0"/>
              <a:t>- margem;</a:t>
            </a:r>
          </a:p>
          <a:p>
            <a:pPr marL="0" indent="0">
              <a:buNone/>
            </a:pPr>
            <a:r>
              <a:rPr lang="pt-BR" sz="1600" dirty="0"/>
              <a:t>- produtos com atenção no estoque.</a:t>
            </a:r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Agora quero enriquecer essa análise com contexto externo atualizado, pesquisando informações na web que possam ajudar a interpretar melhor os nossos achados.</a:t>
            </a:r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Pesquise na web tendências e discussões recentes relacionadas ao varejo e ao e-commerce que possam ajudar a interpretar o cenário da </a:t>
            </a:r>
            <a:r>
              <a:rPr lang="pt-BR" sz="1600" dirty="0" err="1"/>
              <a:t>NovaMétrica</a:t>
            </a:r>
            <a:r>
              <a:rPr lang="pt-BR" sz="1600" dirty="0"/>
              <a:t>.</a:t>
            </a:r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Quero foco em:</a:t>
            </a:r>
          </a:p>
          <a:p>
            <a:pPr marL="0" indent="0">
              <a:buNone/>
            </a:pPr>
            <a:r>
              <a:rPr lang="pt-BR" sz="1600" dirty="0"/>
              <a:t>- comportamento promocional;</a:t>
            </a:r>
          </a:p>
          <a:p>
            <a:pPr marL="0" indent="0">
              <a:buNone/>
            </a:pPr>
            <a:r>
              <a:rPr lang="pt-BR" sz="1600" dirty="0"/>
              <a:t>- uso de descontos para estimular vendas;</a:t>
            </a:r>
          </a:p>
          <a:p>
            <a:pPr marL="0" indent="0">
              <a:buNone/>
            </a:pPr>
            <a:r>
              <a:rPr lang="pt-BR" sz="1600" dirty="0"/>
              <a:t>- pressão sobre margens;</a:t>
            </a:r>
          </a:p>
          <a:p>
            <a:pPr marL="0" indent="0">
              <a:buNone/>
            </a:pPr>
            <a:r>
              <a:rPr lang="pt-BR" sz="1600" dirty="0"/>
              <a:t>- gestão de estoque em operações de varejo;</a:t>
            </a:r>
          </a:p>
          <a:p>
            <a:pPr marL="0" indent="0">
              <a:buNone/>
            </a:pPr>
            <a:r>
              <a:rPr lang="pt-BR" sz="1600" dirty="0"/>
              <a:t>- mudanças no comportamento do consumidor.</a:t>
            </a:r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Ao final, entregue um resumo organizado e cite as fontes utilizadas.</a:t>
            </a:r>
          </a:p>
        </p:txBody>
      </p:sp>
    </p:spTree>
    <p:extLst>
      <p:ext uri="{BB962C8B-B14F-4D97-AF65-F5344CB8AC3E}">
        <p14:creationId xmlns:p14="http://schemas.microsoft.com/office/powerpoint/2010/main" val="3129663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787C-6FC9-0658-DA2C-21BD97D65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hlinkClick r:id="" action="ppaction://noaction"/>
            <a:extLst>
              <a:ext uri="{FF2B5EF4-FFF2-40B4-BE49-F238E27FC236}">
                <a16:creationId xmlns:a16="http://schemas.microsoft.com/office/drawing/2014/main" id="{E1FBF516-D2CF-4DB0-8926-FE837F0521A5}"/>
              </a:ext>
            </a:extLst>
          </p:cNvPr>
          <p:cNvSpPr/>
          <p:nvPr/>
        </p:nvSpPr>
        <p:spPr>
          <a:xfrm>
            <a:off x="7330809" y="396058"/>
            <a:ext cx="1576475" cy="31730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80"/>
              <a:t>Contact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07CFDBDA-A215-2440-5F84-66056A339455}"/>
              </a:ext>
            </a:extLst>
          </p:cNvPr>
          <p:cNvSpPr/>
          <p:nvPr/>
        </p:nvSpPr>
        <p:spPr>
          <a:xfrm>
            <a:off x="1446003" y="2076909"/>
            <a:ext cx="823798" cy="751837"/>
          </a:xfrm>
          <a:custGeom>
            <a:avLst/>
            <a:gdLst>
              <a:gd name="connsiteX0" fmla="*/ 86261 w 658811"/>
              <a:gd name="connsiteY0" fmla="*/ 601335 h 601262"/>
              <a:gd name="connsiteX1" fmla="*/ 28712 w 658811"/>
              <a:gd name="connsiteY1" fmla="*/ 529756 h 601262"/>
              <a:gd name="connsiteX2" fmla="*/ 81 w 658811"/>
              <a:gd name="connsiteY2" fmla="*/ 449301 h 601262"/>
              <a:gd name="connsiteX3" fmla="*/ 81 w 658811"/>
              <a:gd name="connsiteY3" fmla="*/ 300704 h 601262"/>
              <a:gd name="connsiteX4" fmla="*/ 12760 w 658811"/>
              <a:gd name="connsiteY4" fmla="*/ 270234 h 601262"/>
              <a:gd name="connsiteX5" fmla="*/ 43314 w 658811"/>
              <a:gd name="connsiteY5" fmla="*/ 257756 h 601262"/>
              <a:gd name="connsiteX6" fmla="*/ 43314 w 658811"/>
              <a:gd name="connsiteY6" fmla="*/ 257756 h 601262"/>
              <a:gd name="connsiteX7" fmla="*/ 86261 w 658811"/>
              <a:gd name="connsiteY7" fmla="*/ 300704 h 601262"/>
              <a:gd name="connsiteX8" fmla="*/ 86261 w 658811"/>
              <a:gd name="connsiteY8" fmla="*/ 411508 h 601262"/>
              <a:gd name="connsiteX9" fmla="*/ 215103 w 658811"/>
              <a:gd name="connsiteY9" fmla="*/ 601335 h 601262"/>
              <a:gd name="connsiteX10" fmla="*/ 215103 w 658811"/>
              <a:gd name="connsiteY10" fmla="*/ 511432 h 601262"/>
              <a:gd name="connsiteX11" fmla="*/ 193343 w 658811"/>
              <a:gd name="connsiteY11" fmla="*/ 440139 h 601262"/>
              <a:gd name="connsiteX12" fmla="*/ 160703 w 658811"/>
              <a:gd name="connsiteY12" fmla="*/ 390893 h 601262"/>
              <a:gd name="connsiteX13" fmla="*/ 134782 w 658811"/>
              <a:gd name="connsiteY13" fmla="*/ 372272 h 601262"/>
              <a:gd name="connsiteX14" fmla="*/ 103440 w 658811"/>
              <a:gd name="connsiteY14" fmla="*/ 378295 h 601262"/>
              <a:gd name="connsiteX15" fmla="*/ 103440 w 658811"/>
              <a:gd name="connsiteY15" fmla="*/ 378295 h 601262"/>
              <a:gd name="connsiteX16" fmla="*/ 89984 w 658811"/>
              <a:gd name="connsiteY16" fmla="*/ 429545 h 601262"/>
              <a:gd name="connsiteX17" fmla="*/ 129209 w 658811"/>
              <a:gd name="connsiteY17" fmla="*/ 493966 h 601262"/>
              <a:gd name="connsiteX18" fmla="*/ 572997 w 658811"/>
              <a:gd name="connsiteY18" fmla="*/ 601335 h 601262"/>
              <a:gd name="connsiteX19" fmla="*/ 630260 w 658811"/>
              <a:gd name="connsiteY19" fmla="*/ 529183 h 601262"/>
              <a:gd name="connsiteX20" fmla="*/ 658892 w 658811"/>
              <a:gd name="connsiteY20" fmla="*/ 448729 h 601262"/>
              <a:gd name="connsiteX21" fmla="*/ 658892 w 658811"/>
              <a:gd name="connsiteY21" fmla="*/ 300704 h 601262"/>
              <a:gd name="connsiteX22" fmla="*/ 615945 w 658811"/>
              <a:gd name="connsiteY22" fmla="*/ 257756 h 601262"/>
              <a:gd name="connsiteX23" fmla="*/ 615945 w 658811"/>
              <a:gd name="connsiteY23" fmla="*/ 257756 h 601262"/>
              <a:gd name="connsiteX24" fmla="*/ 572997 w 658811"/>
              <a:gd name="connsiteY24" fmla="*/ 300704 h 601262"/>
              <a:gd name="connsiteX25" fmla="*/ 572997 w 658811"/>
              <a:gd name="connsiteY25" fmla="*/ 411508 h 601262"/>
              <a:gd name="connsiteX26" fmla="*/ 444156 w 658811"/>
              <a:gd name="connsiteY26" fmla="*/ 601335 h 601262"/>
              <a:gd name="connsiteX27" fmla="*/ 444156 w 658811"/>
              <a:gd name="connsiteY27" fmla="*/ 511432 h 601262"/>
              <a:gd name="connsiteX28" fmla="*/ 465915 w 658811"/>
              <a:gd name="connsiteY28" fmla="*/ 440139 h 601262"/>
              <a:gd name="connsiteX29" fmla="*/ 498555 w 658811"/>
              <a:gd name="connsiteY29" fmla="*/ 390893 h 601262"/>
              <a:gd name="connsiteX30" fmla="*/ 524477 w 658811"/>
              <a:gd name="connsiteY30" fmla="*/ 372272 h 601262"/>
              <a:gd name="connsiteX31" fmla="*/ 555818 w 658811"/>
              <a:gd name="connsiteY31" fmla="*/ 378295 h 601262"/>
              <a:gd name="connsiteX32" fmla="*/ 555818 w 658811"/>
              <a:gd name="connsiteY32" fmla="*/ 378295 h 601262"/>
              <a:gd name="connsiteX33" fmla="*/ 569275 w 658811"/>
              <a:gd name="connsiteY33" fmla="*/ 429545 h 601262"/>
              <a:gd name="connsiteX34" fmla="*/ 530050 w 658811"/>
              <a:gd name="connsiteY34" fmla="*/ 493966 h 601262"/>
              <a:gd name="connsiteX35" fmla="*/ 458471 w 658811"/>
              <a:gd name="connsiteY35" fmla="*/ 14388 h 601262"/>
              <a:gd name="connsiteX36" fmla="*/ 572997 w 658811"/>
              <a:gd name="connsiteY36" fmla="*/ 128914 h 601262"/>
              <a:gd name="connsiteX37" fmla="*/ 458471 w 658811"/>
              <a:gd name="connsiteY37" fmla="*/ 243440 h 601262"/>
              <a:gd name="connsiteX38" fmla="*/ 229419 w 658811"/>
              <a:gd name="connsiteY38" fmla="*/ 14388 h 601262"/>
              <a:gd name="connsiteX39" fmla="*/ 114893 w 658811"/>
              <a:gd name="connsiteY39" fmla="*/ 128914 h 601262"/>
              <a:gd name="connsiteX40" fmla="*/ 229419 w 658811"/>
              <a:gd name="connsiteY40" fmla="*/ 243440 h 601262"/>
              <a:gd name="connsiteX41" fmla="*/ 372577 w 658811"/>
              <a:gd name="connsiteY41" fmla="*/ 73 h 601262"/>
              <a:gd name="connsiteX42" fmla="*/ 315314 w 658811"/>
              <a:gd name="connsiteY42" fmla="*/ 257756 h 60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8811" h="601262">
                <a:moveTo>
                  <a:pt x="86261" y="601335"/>
                </a:moveTo>
                <a:lnTo>
                  <a:pt x="28712" y="529756"/>
                </a:lnTo>
                <a:cubicBezTo>
                  <a:pt x="10299" y="506972"/>
                  <a:pt x="201" y="478594"/>
                  <a:pt x="81" y="449301"/>
                </a:cubicBezTo>
                <a:lnTo>
                  <a:pt x="81" y="300704"/>
                </a:lnTo>
                <a:cubicBezTo>
                  <a:pt x="81" y="289264"/>
                  <a:pt x="4644" y="278296"/>
                  <a:pt x="12760" y="270234"/>
                </a:cubicBezTo>
                <a:cubicBezTo>
                  <a:pt x="20877" y="262171"/>
                  <a:pt x="31874" y="257680"/>
                  <a:pt x="43314" y="257756"/>
                </a:cubicBezTo>
                <a:lnTo>
                  <a:pt x="43314" y="257756"/>
                </a:lnTo>
                <a:cubicBezTo>
                  <a:pt x="67034" y="257756"/>
                  <a:pt x="86261" y="276984"/>
                  <a:pt x="86261" y="300704"/>
                </a:cubicBezTo>
                <a:lnTo>
                  <a:pt x="86261" y="411508"/>
                </a:lnTo>
                <a:moveTo>
                  <a:pt x="215103" y="601335"/>
                </a:moveTo>
                <a:lnTo>
                  <a:pt x="215103" y="511432"/>
                </a:lnTo>
                <a:cubicBezTo>
                  <a:pt x="215153" y="486024"/>
                  <a:pt x="207573" y="461188"/>
                  <a:pt x="193343" y="440139"/>
                </a:cubicBezTo>
                <a:lnTo>
                  <a:pt x="160703" y="390893"/>
                </a:lnTo>
                <a:cubicBezTo>
                  <a:pt x="154987" y="381390"/>
                  <a:pt x="145613" y="374656"/>
                  <a:pt x="134782" y="372272"/>
                </a:cubicBezTo>
                <a:cubicBezTo>
                  <a:pt x="123952" y="369890"/>
                  <a:pt x="112617" y="372068"/>
                  <a:pt x="103440" y="378295"/>
                </a:cubicBezTo>
                <a:lnTo>
                  <a:pt x="103440" y="378295"/>
                </a:lnTo>
                <a:cubicBezTo>
                  <a:pt x="86692" y="389556"/>
                  <a:pt x="80929" y="411510"/>
                  <a:pt x="89984" y="429545"/>
                </a:cubicBezTo>
                <a:lnTo>
                  <a:pt x="129209" y="493966"/>
                </a:lnTo>
                <a:moveTo>
                  <a:pt x="572997" y="601335"/>
                </a:moveTo>
                <a:lnTo>
                  <a:pt x="630260" y="529183"/>
                </a:lnTo>
                <a:cubicBezTo>
                  <a:pt x="648673" y="506400"/>
                  <a:pt x="658772" y="478021"/>
                  <a:pt x="658892" y="448729"/>
                </a:cubicBezTo>
                <a:lnTo>
                  <a:pt x="658892" y="300704"/>
                </a:lnTo>
                <a:cubicBezTo>
                  <a:pt x="658892" y="276984"/>
                  <a:pt x="639664" y="257756"/>
                  <a:pt x="615945" y="257756"/>
                </a:cubicBezTo>
                <a:lnTo>
                  <a:pt x="615945" y="257756"/>
                </a:lnTo>
                <a:cubicBezTo>
                  <a:pt x="592225" y="257756"/>
                  <a:pt x="572997" y="276984"/>
                  <a:pt x="572997" y="300704"/>
                </a:cubicBezTo>
                <a:lnTo>
                  <a:pt x="572997" y="411508"/>
                </a:lnTo>
                <a:moveTo>
                  <a:pt x="444156" y="601335"/>
                </a:moveTo>
                <a:lnTo>
                  <a:pt x="444156" y="511432"/>
                </a:lnTo>
                <a:cubicBezTo>
                  <a:pt x="444105" y="486024"/>
                  <a:pt x="451686" y="461188"/>
                  <a:pt x="465915" y="440139"/>
                </a:cubicBezTo>
                <a:lnTo>
                  <a:pt x="498555" y="390893"/>
                </a:lnTo>
                <a:cubicBezTo>
                  <a:pt x="504272" y="381390"/>
                  <a:pt x="513646" y="374656"/>
                  <a:pt x="524477" y="372272"/>
                </a:cubicBezTo>
                <a:cubicBezTo>
                  <a:pt x="535307" y="369890"/>
                  <a:pt x="546642" y="372068"/>
                  <a:pt x="555818" y="378295"/>
                </a:cubicBezTo>
                <a:lnTo>
                  <a:pt x="555818" y="378295"/>
                </a:lnTo>
                <a:cubicBezTo>
                  <a:pt x="572566" y="389556"/>
                  <a:pt x="578330" y="411510"/>
                  <a:pt x="569275" y="429545"/>
                </a:cubicBezTo>
                <a:lnTo>
                  <a:pt x="530050" y="493966"/>
                </a:lnTo>
                <a:moveTo>
                  <a:pt x="458471" y="14388"/>
                </a:moveTo>
                <a:lnTo>
                  <a:pt x="572997" y="128914"/>
                </a:lnTo>
                <a:lnTo>
                  <a:pt x="458471" y="243440"/>
                </a:lnTo>
                <a:moveTo>
                  <a:pt x="229419" y="14388"/>
                </a:moveTo>
                <a:lnTo>
                  <a:pt x="114893" y="128914"/>
                </a:lnTo>
                <a:lnTo>
                  <a:pt x="229419" y="243440"/>
                </a:lnTo>
                <a:moveTo>
                  <a:pt x="372577" y="73"/>
                </a:moveTo>
                <a:lnTo>
                  <a:pt x="315314" y="257756"/>
                </a:lnTo>
              </a:path>
            </a:pathLst>
          </a:custGeom>
          <a:noFill/>
          <a:ln w="9525" cap="rnd">
            <a:solidFill>
              <a:srgbClr val="2BDEFD"/>
            </a:solidFill>
            <a:prstDash val="solid"/>
            <a:round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Google Shape;223;p27">
            <a:extLst>
              <a:ext uri="{FF2B5EF4-FFF2-40B4-BE49-F238E27FC236}">
                <a16:creationId xmlns:a16="http://schemas.microsoft.com/office/drawing/2014/main" id="{09487F3E-226D-1B33-DBB7-F04F699DFC14}"/>
              </a:ext>
            </a:extLst>
          </p:cNvPr>
          <p:cNvSpPr txBox="1">
            <a:spLocks/>
          </p:cNvSpPr>
          <p:nvPr/>
        </p:nvSpPr>
        <p:spPr>
          <a:xfrm>
            <a:off x="1446002" y="713364"/>
            <a:ext cx="9039909" cy="1026707"/>
          </a:xfrm>
          <a:prstGeom prst="rect">
            <a:avLst/>
          </a:prstGeom>
        </p:spPr>
        <p:txBody>
          <a:bodyPr spcFirstLastPara="1" wrap="square" lIns="0" tIns="146280" rIns="146280" bIns="146280" anchor="t" anchorCtr="0">
            <a:sp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2BDEFD"/>
                </a:solidFill>
              </a:rPr>
              <a:t>// Prompts</a:t>
            </a:r>
          </a:p>
        </p:txBody>
      </p:sp>
      <p:sp>
        <p:nvSpPr>
          <p:cNvPr id="4" name="Google Shape;229;p28">
            <a:extLst>
              <a:ext uri="{FF2B5EF4-FFF2-40B4-BE49-F238E27FC236}">
                <a16:creationId xmlns:a16="http://schemas.microsoft.com/office/drawing/2014/main" id="{BB8CDEE3-DCC1-58B1-3152-F5E0B4E71F1D}"/>
              </a:ext>
            </a:extLst>
          </p:cNvPr>
          <p:cNvSpPr txBox="1">
            <a:spLocks/>
          </p:cNvSpPr>
          <p:nvPr/>
        </p:nvSpPr>
        <p:spPr>
          <a:xfrm>
            <a:off x="2551964" y="2057377"/>
            <a:ext cx="11371304" cy="5019424"/>
          </a:xfrm>
          <a:prstGeom prst="rect">
            <a:avLst/>
          </a:prstGeom>
        </p:spPr>
        <p:txBody>
          <a:bodyPr spcFirstLastPara="1" wrap="square" lIns="0" tIns="108000" rIns="108000" bIns="108000" anchor="ctr" anchorCtr="0">
            <a:spAutoFit/>
          </a:bodyPr>
          <a:lstStyle>
            <a:defPPr>
              <a:defRPr lang="en-US"/>
            </a:defPPr>
            <a:lvl1pPr marL="285750" indent="-285750" defTabSz="10972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marL="0" indent="0">
              <a:buNone/>
            </a:pPr>
            <a:r>
              <a:rPr lang="pt-BR" dirty="0"/>
              <a:t>Cruze o contexto externo pesquisado com os principais achados internos do projeto </a:t>
            </a:r>
            <a:r>
              <a:rPr lang="pt-BR" dirty="0" err="1"/>
              <a:t>NovaMétrica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Considere especialmente:</a:t>
            </a:r>
          </a:p>
          <a:p>
            <a:pPr marL="0" indent="0">
              <a:buNone/>
            </a:pPr>
            <a:r>
              <a:rPr lang="pt-BR" dirty="0"/>
              <a:t>- campanhas com desconto elevado;</a:t>
            </a:r>
          </a:p>
          <a:p>
            <a:pPr marL="0" indent="0">
              <a:buNone/>
            </a:pPr>
            <a:r>
              <a:rPr lang="pt-BR" dirty="0"/>
              <a:t>- possível pressão sobre margem;</a:t>
            </a:r>
          </a:p>
          <a:p>
            <a:pPr marL="0" indent="0">
              <a:buNone/>
            </a:pPr>
            <a:r>
              <a:rPr lang="pt-BR" dirty="0"/>
              <a:t>- produtos com atenção no estoque;</a:t>
            </a:r>
          </a:p>
          <a:p>
            <a:pPr marL="0" indent="0">
              <a:buNone/>
            </a:pPr>
            <a:r>
              <a:rPr lang="pt-BR" dirty="0"/>
              <a:t>- necessidade de priorizar recomendações para a diretoria.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Entregue em três blocos:</a:t>
            </a:r>
          </a:p>
          <a:p>
            <a:pPr marL="0" indent="0">
              <a:buNone/>
            </a:pPr>
            <a:r>
              <a:rPr lang="pt-BR" dirty="0"/>
              <a:t>1. Achados internos que ganham força com o contexto externo;</a:t>
            </a:r>
          </a:p>
          <a:p>
            <a:pPr marL="0" indent="0">
              <a:buNone/>
            </a:pPr>
            <a:r>
              <a:rPr lang="pt-BR" dirty="0"/>
              <a:t>2. Achados internos que precisam ser analisados com mais cautela;</a:t>
            </a:r>
          </a:p>
          <a:p>
            <a:pPr marL="0" indent="0">
              <a:buNone/>
            </a:pPr>
            <a:r>
              <a:rPr lang="pt-BR" dirty="0"/>
              <a:t>3. Novas perguntas que surgem a partir desse cruzamento.</a:t>
            </a:r>
          </a:p>
        </p:txBody>
      </p:sp>
    </p:spTree>
    <p:extLst>
      <p:ext uri="{BB962C8B-B14F-4D97-AF65-F5344CB8AC3E}">
        <p14:creationId xmlns:p14="http://schemas.microsoft.com/office/powerpoint/2010/main" val="2480075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theme/theme1.xml><?xml version="1.0" encoding="utf-8"?>
<a:theme xmlns:a="http://schemas.openxmlformats.org/drawingml/2006/main" name="Tema do Office">
  <a:themeElements>
    <a:clrScheme name="Alura">
      <a:dk1>
        <a:srgbClr val="01080E"/>
      </a:dk1>
      <a:lt1>
        <a:srgbClr val="FFFFFF"/>
      </a:lt1>
      <a:dk2>
        <a:srgbClr val="041832"/>
      </a:dk2>
      <a:lt2>
        <a:srgbClr val="E8E8E8"/>
      </a:lt2>
      <a:accent1>
        <a:srgbClr val="1875E9"/>
      </a:accent1>
      <a:accent2>
        <a:srgbClr val="00F4BF"/>
      </a:accent2>
      <a:accent3>
        <a:srgbClr val="2BDEFD"/>
      </a:accent3>
      <a:accent4>
        <a:srgbClr val="144480"/>
      </a:accent4>
      <a:accent5>
        <a:srgbClr val="041832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7f4a7b7-966e-48e5-a98f-43d258599049" xsi:nil="true"/>
    <lcf76f155ced4ddcb4097134ff3c332f xmlns="9fa97099-07b4-43a8-a32b-76b40d207aa6">
      <Terms xmlns="http://schemas.microsoft.com/office/infopath/2007/PartnerControls"/>
    </lcf76f155ced4ddcb4097134ff3c332f>
    <Escola xmlns="9fa97099-07b4-43a8-a32b-76b40d207aa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B38D5DE2643E479ADB27BB94316BC4" ma:contentTypeVersion="15" ma:contentTypeDescription="Crie um novo documento." ma:contentTypeScope="" ma:versionID="3e37edecdfd4ddedf5b293d2c09cca53">
  <xsd:schema xmlns:xsd="http://www.w3.org/2001/XMLSchema" xmlns:xs="http://www.w3.org/2001/XMLSchema" xmlns:p="http://schemas.microsoft.com/office/2006/metadata/properties" xmlns:ns2="9fa97099-07b4-43a8-a32b-76b40d207aa6" xmlns:ns3="a7f4a7b7-966e-48e5-a98f-43d258599049" targetNamespace="http://schemas.microsoft.com/office/2006/metadata/properties" ma:root="true" ma:fieldsID="5836b55805af78b51a34c91a77701647" ns2:_="" ns3:_="">
    <xsd:import namespace="9fa97099-07b4-43a8-a32b-76b40d207aa6"/>
    <xsd:import namespace="a7f4a7b7-966e-48e5-a98f-43d258599049"/>
    <xsd:element name="properties">
      <xsd:complexType>
        <xsd:sequence>
          <xsd:element name="documentManagement">
            <xsd:complexType>
              <xsd:all>
                <xsd:element ref="ns2:Escol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97099-07b4-43a8-a32b-76b40d207aa6" elementFormDefault="qualified">
    <xsd:import namespace="http://schemas.microsoft.com/office/2006/documentManagement/types"/>
    <xsd:import namespace="http://schemas.microsoft.com/office/infopath/2007/PartnerControls"/>
    <xsd:element name="Escola" ma:index="8" nillable="true" ma:displayName="Categoria" ma:format="Dropdown" ma:internalName="Escola">
      <xsd:simpleType>
        <xsd:restriction base="dms:Choice">
          <xsd:enumeration value="Front-end"/>
          <xsd:enumeration value="Programação"/>
          <xsd:enumeration value="Mobile"/>
          <xsd:enumeration value="DevOps"/>
          <xsd:enumeration value="Data Science"/>
          <xsd:enumeration value="Inovação &amp; Gestão"/>
          <xsd:enumeration value="UX &amp; Design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f4a7b7-966e-48e5-a98f-43d25859904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e0fff59-1010-4890-bf85-4725663ab365}" ma:internalName="TaxCatchAll" ma:showField="CatchAllData" ma:web="a7f4a7b7-966e-48e5-a98f-43d2585990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2D1A91-2A8F-44BA-AE46-36297C231C22}">
  <ds:schemaRefs>
    <ds:schemaRef ds:uri="2a1e0752-9b45-4d29-9ef8-bc5f41ba5249"/>
    <ds:schemaRef ds:uri="6c4f7dbd-337a-4682-b3d3-6bb04a3382ba"/>
    <ds:schemaRef ds:uri="http://schemas.microsoft.com/office/2006/metadata/properties"/>
    <ds:schemaRef ds:uri="http://schemas.microsoft.com/office/infopath/2007/PartnerControls"/>
    <ds:schemaRef ds:uri="a7f4a7b7-966e-48e5-a98f-43d258599049"/>
    <ds:schemaRef ds:uri="9fa97099-07b4-43a8-a32b-76b40d207aa6"/>
  </ds:schemaRefs>
</ds:datastoreItem>
</file>

<file path=customXml/itemProps2.xml><?xml version="1.0" encoding="utf-8"?>
<ds:datastoreItem xmlns:ds="http://schemas.openxmlformats.org/officeDocument/2006/customXml" ds:itemID="{1DC8D49F-D481-433A-ACC7-64E741981F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E92FE0-A535-463B-AA2F-7DB004B41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a97099-07b4-43a8-a32b-76b40d207aa6"/>
    <ds:schemaRef ds:uri="a7f4a7b7-966e-48e5-a98f-43d258599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2255</TotalTime>
  <Words>2999</Words>
  <Application>Microsoft Office PowerPoint</Application>
  <PresentationFormat>Personalizar</PresentationFormat>
  <Paragraphs>393</Paragraphs>
  <Slides>36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Arial</vt:lpstr>
      <vt:lpstr>Inter Medium</vt:lpstr>
      <vt:lpstr>Inter</vt:lpstr>
      <vt:lpstr>Inter Light</vt:lpstr>
      <vt:lpstr>Chakra Petch</vt:lpstr>
      <vt:lpstr>Aptos</vt:lpstr>
      <vt:lpstr>Tema do Office</vt:lpstr>
      <vt:lpstr>Claude</vt:lpstr>
      <vt:lpstr>O QUE É O CLAUDE</vt:lpstr>
      <vt:lpstr>O QUE É O CLAUDE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Alysson Manso</dc:creator>
  <cp:lastModifiedBy>Henrique Frizo</cp:lastModifiedBy>
  <cp:revision>2</cp:revision>
  <dcterms:created xsi:type="dcterms:W3CDTF">2024-09-10T15:42:36Z</dcterms:created>
  <dcterms:modified xsi:type="dcterms:W3CDTF">2026-05-17T21:59:11Z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0x010100F7B38D5DE2643E479ADB27BB94316BC4</vt:lpwstr>
  </property>
</Properties>
</file>